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87" r:id="rId5"/>
  </p:sldMasterIdLst>
  <p:notesMasterIdLst>
    <p:notesMasterId r:id="rId14"/>
  </p:notesMasterIdLst>
  <p:sldIdLst>
    <p:sldId id="281" r:id="rId6"/>
    <p:sldId id="13514" r:id="rId7"/>
    <p:sldId id="13515" r:id="rId8"/>
    <p:sldId id="13508" r:id="rId9"/>
    <p:sldId id="13510" r:id="rId10"/>
    <p:sldId id="13513" r:id="rId11"/>
    <p:sldId id="13512" r:id="rId12"/>
    <p:sldId id="13509" r:id="rId13"/>
  </p:sldIdLst>
  <p:sldSz cx="9144000" cy="5143500" type="screen16x9"/>
  <p:notesSz cx="6797675" cy="9926638"/>
  <p:embeddedFontLs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59" userDrawn="1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hLPwjLE0pdP5Gq2H8YkIBaQdVR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FEF1B41-A17B-6CE2-A2AE-E465FC0C153C}" name="Franca, Victoria Emanuelle Bitencourth" initials="VF" userId="S::victoria.eb.franca@belgobekaert.com.br::1a2b6533-914b-4f02-89c4-0b1ef7fb09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B49"/>
    <a:srgbClr val="FFFFFF"/>
    <a:srgbClr val="FBD2D3"/>
    <a:srgbClr val="74B2B9"/>
    <a:srgbClr val="037F8C"/>
    <a:srgbClr val="F04046"/>
    <a:srgbClr val="D9D9D9"/>
    <a:srgbClr val="ED1C24"/>
    <a:srgbClr val="DF1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B9114-4D08-4CD3-BE50-2C20D78488AC}" v="617" dt="2025-12-18T18:05:46.885"/>
    <p1510:client id="{475846BB-F95F-4D62-8F59-3D5300CD531D}" v="199" dt="2025-12-18T18:10:48.519"/>
    <p1510:client id="{4C40EABD-1810-4774-9921-6E48889A56E5}" v="439" dt="2025-12-18T18:21:51.128"/>
    <p1510:client id="{C2D978C3-B79C-4C47-83B4-42F760E0EC96}" v="312" dt="2025-12-18T17:45:39.663"/>
    <p1510:client id="{EF3C5432-A5DC-A110-5126-6B8CF91667CC}" v="5" dt="2025-12-18T16:57:59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186" y="293"/>
      </p:cViewPr>
      <p:guideLst>
        <p:guide orient="horz" pos="24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4.fntdata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3.fntdata"/><Relationship Id="rId46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3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font" Target="fonts/font5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a, Victoria Emanuelle Bitencourth" userId="S::victoria.eb.franca@belgobekaert.com.br::1a2b6533-914b-4f02-89c4-0b1ef7fb09e5" providerId="AD" clId="Web-{EF3C5432-A5DC-A110-5126-6B8CF91667CC}"/>
    <pc:docChg chg="modSld">
      <pc:chgData name="Franca, Victoria Emanuelle Bitencourth" userId="S::victoria.eb.franca@belgobekaert.com.br::1a2b6533-914b-4f02-89c4-0b1ef7fb09e5" providerId="AD" clId="Web-{EF3C5432-A5DC-A110-5126-6B8CF91667CC}" dt="2025-12-18T16:57:59.947" v="4" actId="20577"/>
      <pc:docMkLst>
        <pc:docMk/>
      </pc:docMkLst>
      <pc:sldChg chg="modSp">
        <pc:chgData name="Franca, Victoria Emanuelle Bitencourth" userId="S::victoria.eb.franca@belgobekaert.com.br::1a2b6533-914b-4f02-89c4-0b1ef7fb09e5" providerId="AD" clId="Web-{EF3C5432-A5DC-A110-5126-6B8CF91667CC}" dt="2025-12-18T16:57:59.947" v="4" actId="20577"/>
        <pc:sldMkLst>
          <pc:docMk/>
          <pc:sldMk cId="911918896" sldId="13515"/>
        </pc:sldMkLst>
        <pc:spChg chg="mod">
          <ac:chgData name="Franca, Victoria Emanuelle Bitencourth" userId="S::victoria.eb.franca@belgobekaert.com.br::1a2b6533-914b-4f02-89c4-0b1ef7fb09e5" providerId="AD" clId="Web-{EF3C5432-A5DC-A110-5126-6B8CF91667CC}" dt="2025-12-18T16:57:59.947" v="4" actId="20577"/>
          <ac:spMkLst>
            <pc:docMk/>
            <pc:sldMk cId="911918896" sldId="13515"/>
            <ac:spMk id="3" creationId="{2D731F91-66A1-3026-0A9E-EE203B427681}"/>
          </ac:spMkLst>
        </pc:spChg>
      </pc:sldChg>
    </pc:docChg>
  </pc:docChgLst>
  <pc:docChgLst>
    <pc:chgData name="Pinheiro, Lucas Lemos" userId="7724c340-bd21-4e4d-94b1-2709765a4a09" providerId="ADAL" clId="{B7DCD5AE-CBBC-47EE-897A-BCEF861F289A}"/>
    <pc:docChg chg="undo custSel modSld">
      <pc:chgData name="Pinheiro, Lucas Lemos" userId="7724c340-bd21-4e4d-94b1-2709765a4a09" providerId="ADAL" clId="{B7DCD5AE-CBBC-47EE-897A-BCEF861F289A}" dt="2025-12-18T17:45:39.663" v="305" actId="14100"/>
      <pc:docMkLst>
        <pc:docMk/>
      </pc:docMkLst>
      <pc:sldChg chg="addSp modSp mod">
        <pc:chgData name="Pinheiro, Lucas Lemos" userId="7724c340-bd21-4e4d-94b1-2709765a4a09" providerId="ADAL" clId="{B7DCD5AE-CBBC-47EE-897A-BCEF861F289A}" dt="2025-12-18T17:45:39.663" v="305" actId="14100"/>
        <pc:sldMkLst>
          <pc:docMk/>
          <pc:sldMk cId="2265775385" sldId="13508"/>
        </pc:sldMkLst>
        <pc:spChg chg="add">
          <ac:chgData name="Pinheiro, Lucas Lemos" userId="7724c340-bd21-4e4d-94b1-2709765a4a09" providerId="ADAL" clId="{B7DCD5AE-CBBC-47EE-897A-BCEF861F289A}" dt="2025-12-18T17:18:54.137" v="174"/>
          <ac:spMkLst>
            <pc:docMk/>
            <pc:sldMk cId="2265775385" sldId="13508"/>
            <ac:spMk id="2" creationId="{03849BB3-714E-C05D-A0FA-1324517A2D32}"/>
          </ac:spMkLst>
        </pc:spChg>
        <pc:spChg chg="mod">
          <ac:chgData name="Pinheiro, Lucas Lemos" userId="7724c340-bd21-4e4d-94b1-2709765a4a09" providerId="ADAL" clId="{B7DCD5AE-CBBC-47EE-897A-BCEF861F289A}" dt="2025-12-18T17:45:15.058" v="267" actId="14100"/>
          <ac:spMkLst>
            <pc:docMk/>
            <pc:sldMk cId="2265775385" sldId="13508"/>
            <ac:spMk id="3" creationId="{78E92613-C858-5AE2-1860-D0D230E3427B}"/>
          </ac:spMkLst>
        </pc:spChg>
        <pc:spChg chg="mod">
          <ac:chgData name="Pinheiro, Lucas Lemos" userId="7724c340-bd21-4e4d-94b1-2709765a4a09" providerId="ADAL" clId="{B7DCD5AE-CBBC-47EE-897A-BCEF861F289A}" dt="2025-12-18T16:45:56.697" v="20" actId="20577"/>
          <ac:spMkLst>
            <pc:docMk/>
            <pc:sldMk cId="2265775385" sldId="13508"/>
            <ac:spMk id="5" creationId="{329C0BEB-C7DB-45D6-66C3-9B7D01E4D1BC}"/>
          </ac:spMkLst>
        </pc:spChg>
        <pc:spChg chg="mod">
          <ac:chgData name="Pinheiro, Lucas Lemos" userId="7724c340-bd21-4e4d-94b1-2709765a4a09" providerId="ADAL" clId="{B7DCD5AE-CBBC-47EE-897A-BCEF861F289A}" dt="2025-12-18T17:45:34.249" v="304" actId="1035"/>
          <ac:spMkLst>
            <pc:docMk/>
            <pc:sldMk cId="2265775385" sldId="13508"/>
            <ac:spMk id="9" creationId="{F7DB710D-C645-8B9D-A736-A33D65964E88}"/>
          </ac:spMkLst>
        </pc:spChg>
        <pc:spChg chg="mod">
          <ac:chgData name="Pinheiro, Lucas Lemos" userId="7724c340-bd21-4e4d-94b1-2709765a4a09" providerId="ADAL" clId="{B7DCD5AE-CBBC-47EE-897A-BCEF861F289A}" dt="2025-12-18T17:40:42.827" v="262" actId="113"/>
          <ac:spMkLst>
            <pc:docMk/>
            <pc:sldMk cId="2265775385" sldId="13508"/>
            <ac:spMk id="12" creationId="{57D9F197-06F5-1B0B-26A8-E4F1ACC6D9C0}"/>
          </ac:spMkLst>
        </pc:spChg>
        <pc:spChg chg="mod">
          <ac:chgData name="Pinheiro, Lucas Lemos" userId="7724c340-bd21-4e4d-94b1-2709765a4a09" providerId="ADAL" clId="{B7DCD5AE-CBBC-47EE-897A-BCEF861F289A}" dt="2025-12-18T17:45:39.663" v="305" actId="14100"/>
          <ac:spMkLst>
            <pc:docMk/>
            <pc:sldMk cId="2265775385" sldId="13508"/>
            <ac:spMk id="44" creationId="{E3E73CA6-F062-ABE5-A841-4B9CB2C29607}"/>
          </ac:spMkLst>
        </pc:spChg>
        <pc:spChg chg="mod">
          <ac:chgData name="Pinheiro, Lucas Lemos" userId="7724c340-bd21-4e4d-94b1-2709765a4a09" providerId="ADAL" clId="{B7DCD5AE-CBBC-47EE-897A-BCEF861F289A}" dt="2025-12-18T17:42:04.403" v="266" actId="20577"/>
          <ac:spMkLst>
            <pc:docMk/>
            <pc:sldMk cId="2265775385" sldId="13508"/>
            <ac:spMk id="171" creationId="{635AC9DA-6893-21BE-86FF-62250C436BB2}"/>
          </ac:spMkLst>
        </pc:spChg>
      </pc:sldChg>
    </pc:docChg>
  </pc:docChgLst>
  <pc:docChgLst>
    <pc:chgData name="Almeida, Kathleen Pfeifeer Carmona De" userId="442f3fb5-da77-49ed-bc33-98bc3ec3c520" providerId="ADAL" clId="{A48A3178-925E-40A6-A264-A81AEE224B8F}"/>
    <pc:docChg chg="undo redo custSel modSld">
      <pc:chgData name="Almeida, Kathleen Pfeifeer Carmona De" userId="442f3fb5-da77-49ed-bc33-98bc3ec3c520" providerId="ADAL" clId="{A48A3178-925E-40A6-A264-A81AEE224B8F}" dt="2025-12-18T18:21:51.128" v="433" actId="14100"/>
      <pc:docMkLst>
        <pc:docMk/>
      </pc:docMkLst>
      <pc:sldChg chg="addSp modSp mod">
        <pc:chgData name="Almeida, Kathleen Pfeifeer Carmona De" userId="442f3fb5-da77-49ed-bc33-98bc3ec3c520" providerId="ADAL" clId="{A48A3178-925E-40A6-A264-A81AEE224B8F}" dt="2025-12-18T18:21:51.128" v="433" actId="14100"/>
        <pc:sldMkLst>
          <pc:docMk/>
          <pc:sldMk cId="1059624194" sldId="13514"/>
        </pc:sldMkLst>
        <pc:spChg chg="add">
          <ac:chgData name="Almeida, Kathleen Pfeifeer Carmona De" userId="442f3fb5-da77-49ed-bc33-98bc3ec3c520" providerId="ADAL" clId="{A48A3178-925E-40A6-A264-A81AEE224B8F}" dt="2025-12-18T18:06:58.951" v="345"/>
          <ac:spMkLst>
            <pc:docMk/>
            <pc:sldMk cId="1059624194" sldId="13514"/>
            <ac:spMk id="2" creationId="{18C9DEEE-0F38-CE52-7B18-BF4D02D9BB94}"/>
          </ac:spMkLst>
        </pc:spChg>
        <pc:spChg chg="mod">
          <ac:chgData name="Almeida, Kathleen Pfeifeer Carmona De" userId="442f3fb5-da77-49ed-bc33-98bc3ec3c520" providerId="ADAL" clId="{A48A3178-925E-40A6-A264-A81AEE224B8F}" dt="2025-12-18T18:21:51.128" v="433" actId="14100"/>
          <ac:spMkLst>
            <pc:docMk/>
            <pc:sldMk cId="1059624194" sldId="13514"/>
            <ac:spMk id="3" creationId="{261FA918-7F79-E593-25FD-BCC52F087409}"/>
          </ac:spMkLst>
        </pc:spChg>
        <pc:spChg chg="add">
          <ac:chgData name="Almeida, Kathleen Pfeifeer Carmona De" userId="442f3fb5-da77-49ed-bc33-98bc3ec3c520" providerId="ADAL" clId="{A48A3178-925E-40A6-A264-A81AEE224B8F}" dt="2025-12-18T18:07:05.156" v="347"/>
          <ac:spMkLst>
            <pc:docMk/>
            <pc:sldMk cId="1059624194" sldId="13514"/>
            <ac:spMk id="4" creationId="{3EA75A0D-2DDA-2B1D-3BDC-02A0C1D91817}"/>
          </ac:spMkLst>
        </pc:spChg>
        <pc:spChg chg="mod">
          <ac:chgData name="Almeida, Kathleen Pfeifeer Carmona De" userId="442f3fb5-da77-49ed-bc33-98bc3ec3c520" providerId="ADAL" clId="{A48A3178-925E-40A6-A264-A81AEE224B8F}" dt="2025-12-18T17:08:26.817" v="10" actId="20577"/>
          <ac:spMkLst>
            <pc:docMk/>
            <pc:sldMk cId="1059624194" sldId="13514"/>
            <ac:spMk id="5" creationId="{8AD63216-4A49-1CF5-6940-9F2D3120519C}"/>
          </ac:spMkLst>
        </pc:spChg>
        <pc:spChg chg="add">
          <ac:chgData name="Almeida, Kathleen Pfeifeer Carmona De" userId="442f3fb5-da77-49ed-bc33-98bc3ec3c520" providerId="ADAL" clId="{A48A3178-925E-40A6-A264-A81AEE224B8F}" dt="2025-12-18T18:07:21.033" v="352"/>
          <ac:spMkLst>
            <pc:docMk/>
            <pc:sldMk cId="1059624194" sldId="13514"/>
            <ac:spMk id="6" creationId="{1DC5182C-B3F9-22B3-E935-F40244B66D5B}"/>
          </ac:spMkLst>
        </pc:spChg>
        <pc:spChg chg="mod">
          <ac:chgData name="Almeida, Kathleen Pfeifeer Carmona De" userId="442f3fb5-da77-49ed-bc33-98bc3ec3c520" providerId="ADAL" clId="{A48A3178-925E-40A6-A264-A81AEE224B8F}" dt="2025-12-18T18:09:28.778" v="379" actId="20577"/>
          <ac:spMkLst>
            <pc:docMk/>
            <pc:sldMk cId="1059624194" sldId="13514"/>
            <ac:spMk id="9" creationId="{F30D8D9B-E372-E283-6C81-0619850F568E}"/>
          </ac:spMkLst>
        </pc:spChg>
        <pc:spChg chg="mod">
          <ac:chgData name="Almeida, Kathleen Pfeifeer Carmona De" userId="442f3fb5-da77-49ed-bc33-98bc3ec3c520" providerId="ADAL" clId="{A48A3178-925E-40A6-A264-A81AEE224B8F}" dt="2025-12-18T18:10:09.197" v="380" actId="313"/>
          <ac:spMkLst>
            <pc:docMk/>
            <pc:sldMk cId="1059624194" sldId="13514"/>
            <ac:spMk id="12" creationId="{C8CAC3F4-D32B-9C01-10CB-9CD902A16BC3}"/>
          </ac:spMkLst>
        </pc:spChg>
        <pc:spChg chg="mod">
          <ac:chgData name="Almeida, Kathleen Pfeifeer Carmona De" userId="442f3fb5-da77-49ed-bc33-98bc3ec3c520" providerId="ADAL" clId="{A48A3178-925E-40A6-A264-A81AEE224B8F}" dt="2025-12-18T18:21:27.072" v="430" actId="20577"/>
          <ac:spMkLst>
            <pc:docMk/>
            <pc:sldMk cId="1059624194" sldId="13514"/>
            <ac:spMk id="44" creationId="{69AB0D74-1C45-15EC-538C-5E00A9029E9C}"/>
          </ac:spMkLst>
        </pc:spChg>
        <pc:spChg chg="mod">
          <ac:chgData name="Almeida, Kathleen Pfeifeer Carmona De" userId="442f3fb5-da77-49ed-bc33-98bc3ec3c520" providerId="ADAL" clId="{A48A3178-925E-40A6-A264-A81AEE224B8F}" dt="2025-12-18T18:11:43.781" v="401" actId="20577"/>
          <ac:spMkLst>
            <pc:docMk/>
            <pc:sldMk cId="1059624194" sldId="13514"/>
            <ac:spMk id="171" creationId="{D5C6D7F3-B277-76F9-3EB9-3075160FC5B9}"/>
          </ac:spMkLst>
        </pc:spChg>
      </pc:sldChg>
    </pc:docChg>
  </pc:docChgLst>
  <pc:docChgLst>
    <pc:chgData name="Franca, Victoria Emanuelle Bitencourth" userId="1a2b6533-914b-4f02-89c4-0b1ef7fb09e5" providerId="ADAL" clId="{2A64E4B9-7B30-4A4F-9C45-B704BDE27C0D}"/>
    <pc:docChg chg="undo custSel addSld delSld modSld sldOrd">
      <pc:chgData name="Franca, Victoria Emanuelle Bitencourth" userId="1a2b6533-914b-4f02-89c4-0b1ef7fb09e5" providerId="ADAL" clId="{2A64E4B9-7B30-4A4F-9C45-B704BDE27C0D}" dt="2025-12-18T18:05:46.885" v="613" actId="20577"/>
      <pc:docMkLst>
        <pc:docMk/>
      </pc:docMkLst>
      <pc:sldChg chg="modSp add mod ord">
        <pc:chgData name="Franca, Victoria Emanuelle Bitencourth" userId="1a2b6533-914b-4f02-89c4-0b1ef7fb09e5" providerId="ADAL" clId="{2A64E4B9-7B30-4A4F-9C45-B704BDE27C0D}" dt="2025-12-18T16:46:19.333" v="119" actId="6549"/>
        <pc:sldMkLst>
          <pc:docMk/>
          <pc:sldMk cId="1059624194" sldId="13514"/>
        </pc:sldMkLst>
        <pc:spChg chg="mod">
          <ac:chgData name="Franca, Victoria Emanuelle Bitencourth" userId="1a2b6533-914b-4f02-89c4-0b1ef7fb09e5" providerId="ADAL" clId="{2A64E4B9-7B30-4A4F-9C45-B704BDE27C0D}" dt="2025-12-18T16:46:19.333" v="119" actId="6549"/>
          <ac:spMkLst>
            <pc:docMk/>
            <pc:sldMk cId="1059624194" sldId="13514"/>
            <ac:spMk id="3" creationId="{261FA918-7F79-E593-25FD-BCC52F087409}"/>
          </ac:spMkLst>
        </pc:spChg>
        <pc:spChg chg="mod">
          <ac:chgData name="Franca, Victoria Emanuelle Bitencourth" userId="1a2b6533-914b-4f02-89c4-0b1ef7fb09e5" providerId="ADAL" clId="{2A64E4B9-7B30-4A4F-9C45-B704BDE27C0D}" dt="2025-12-18T16:46:11.556" v="117" actId="6549"/>
          <ac:spMkLst>
            <pc:docMk/>
            <pc:sldMk cId="1059624194" sldId="13514"/>
            <ac:spMk id="5" creationId="{8AD63216-4A49-1CF5-6940-9F2D3120519C}"/>
          </ac:spMkLst>
        </pc:spChg>
        <pc:spChg chg="mod">
          <ac:chgData name="Franca, Victoria Emanuelle Bitencourth" userId="1a2b6533-914b-4f02-89c4-0b1ef7fb09e5" providerId="ADAL" clId="{2A64E4B9-7B30-4A4F-9C45-B704BDE27C0D}" dt="2025-12-18T16:45:55.127" v="114" actId="6549"/>
          <ac:spMkLst>
            <pc:docMk/>
            <pc:sldMk cId="1059624194" sldId="13514"/>
            <ac:spMk id="9" creationId="{F30D8D9B-E372-E283-6C81-0619850F568E}"/>
          </ac:spMkLst>
        </pc:spChg>
        <pc:spChg chg="mod">
          <ac:chgData name="Franca, Victoria Emanuelle Bitencourth" userId="1a2b6533-914b-4f02-89c4-0b1ef7fb09e5" providerId="ADAL" clId="{2A64E4B9-7B30-4A4F-9C45-B704BDE27C0D}" dt="2025-12-18T16:46:07.017" v="116" actId="6549"/>
          <ac:spMkLst>
            <pc:docMk/>
            <pc:sldMk cId="1059624194" sldId="13514"/>
            <ac:spMk id="12" creationId="{C8CAC3F4-D32B-9C01-10CB-9CD902A16BC3}"/>
          </ac:spMkLst>
        </pc:spChg>
        <pc:spChg chg="mod">
          <ac:chgData name="Franca, Victoria Emanuelle Bitencourth" userId="1a2b6533-914b-4f02-89c4-0b1ef7fb09e5" providerId="ADAL" clId="{2A64E4B9-7B30-4A4F-9C45-B704BDE27C0D}" dt="2025-12-18T16:45:50.594" v="113" actId="20577"/>
          <ac:spMkLst>
            <pc:docMk/>
            <pc:sldMk cId="1059624194" sldId="13514"/>
            <ac:spMk id="44" creationId="{69AB0D74-1C45-15EC-538C-5E00A9029E9C}"/>
          </ac:spMkLst>
        </pc:spChg>
        <pc:spChg chg="mod">
          <ac:chgData name="Franca, Victoria Emanuelle Bitencourth" userId="1a2b6533-914b-4f02-89c4-0b1ef7fb09e5" providerId="ADAL" clId="{2A64E4B9-7B30-4A4F-9C45-B704BDE27C0D}" dt="2025-12-18T16:45:26.816" v="105" actId="20577"/>
          <ac:spMkLst>
            <pc:docMk/>
            <pc:sldMk cId="1059624194" sldId="13514"/>
            <ac:spMk id="171" creationId="{D5C6D7F3-B277-76F9-3EB9-3075160FC5B9}"/>
          </ac:spMkLst>
        </pc:spChg>
      </pc:sldChg>
      <pc:sldChg chg="addSp delSp modSp add mod">
        <pc:chgData name="Franca, Victoria Emanuelle Bitencourth" userId="1a2b6533-914b-4f02-89c4-0b1ef7fb09e5" providerId="ADAL" clId="{2A64E4B9-7B30-4A4F-9C45-B704BDE27C0D}" dt="2025-12-18T18:05:46.885" v="613" actId="20577"/>
        <pc:sldMkLst>
          <pc:docMk/>
          <pc:sldMk cId="911918896" sldId="13515"/>
        </pc:sldMkLst>
        <pc:spChg chg="mod">
          <ac:chgData name="Franca, Victoria Emanuelle Bitencourth" userId="1a2b6533-914b-4f02-89c4-0b1ef7fb09e5" providerId="ADAL" clId="{2A64E4B9-7B30-4A4F-9C45-B704BDE27C0D}" dt="2025-12-18T18:05:15.007" v="585" actId="20577"/>
          <ac:spMkLst>
            <pc:docMk/>
            <pc:sldMk cId="911918896" sldId="13515"/>
            <ac:spMk id="3" creationId="{2D731F91-66A1-3026-0A9E-EE203B427681}"/>
          </ac:spMkLst>
        </pc:spChg>
        <pc:spChg chg="mod">
          <ac:chgData name="Franca, Victoria Emanuelle Bitencourth" userId="1a2b6533-914b-4f02-89c4-0b1ef7fb09e5" providerId="ADAL" clId="{2A64E4B9-7B30-4A4F-9C45-B704BDE27C0D}" dt="2025-12-18T16:59:14.192" v="222" actId="20577"/>
          <ac:spMkLst>
            <pc:docMk/>
            <pc:sldMk cId="911918896" sldId="13515"/>
            <ac:spMk id="5" creationId="{B6F0E609-C7E9-867A-A462-BDEC5D7E0ECB}"/>
          </ac:spMkLst>
        </pc:spChg>
        <pc:spChg chg="mod">
          <ac:chgData name="Franca, Victoria Emanuelle Bitencourth" userId="1a2b6533-914b-4f02-89c4-0b1ef7fb09e5" providerId="ADAL" clId="{2A64E4B9-7B30-4A4F-9C45-B704BDE27C0D}" dt="2025-12-18T18:05:46.885" v="613" actId="20577"/>
          <ac:spMkLst>
            <pc:docMk/>
            <pc:sldMk cId="911918896" sldId="13515"/>
            <ac:spMk id="9" creationId="{502FAD17-7AD1-80B6-861C-139DD88ABB03}"/>
          </ac:spMkLst>
        </pc:spChg>
        <pc:spChg chg="mod">
          <ac:chgData name="Franca, Victoria Emanuelle Bitencourth" userId="1a2b6533-914b-4f02-89c4-0b1ef7fb09e5" providerId="ADAL" clId="{2A64E4B9-7B30-4A4F-9C45-B704BDE27C0D}" dt="2025-12-18T17:33:51.060" v="510" actId="20577"/>
          <ac:spMkLst>
            <pc:docMk/>
            <pc:sldMk cId="911918896" sldId="13515"/>
            <ac:spMk id="12" creationId="{B9696F5D-E7A2-584F-859E-315BABD037CB}"/>
          </ac:spMkLst>
        </pc:spChg>
        <pc:spChg chg="mod">
          <ac:chgData name="Franca, Victoria Emanuelle Bitencourth" userId="1a2b6533-914b-4f02-89c4-0b1ef7fb09e5" providerId="ADAL" clId="{2A64E4B9-7B30-4A4F-9C45-B704BDE27C0D}" dt="2025-12-18T17:03:27.267" v="299" actId="20577"/>
          <ac:spMkLst>
            <pc:docMk/>
            <pc:sldMk cId="911918896" sldId="13515"/>
            <ac:spMk id="44" creationId="{39CAF54C-804A-D2CC-3534-3BE71F662662}"/>
          </ac:spMkLst>
        </pc:spChg>
        <pc:spChg chg="mod">
          <ac:chgData name="Franca, Victoria Emanuelle Bitencourth" userId="1a2b6533-914b-4f02-89c4-0b1ef7fb09e5" providerId="ADAL" clId="{2A64E4B9-7B30-4A4F-9C45-B704BDE27C0D}" dt="2025-12-18T16:48:04.144" v="170" actId="20577"/>
          <ac:spMkLst>
            <pc:docMk/>
            <pc:sldMk cId="911918896" sldId="13515"/>
            <ac:spMk id="171" creationId="{8C907FD5-9EA3-79F2-2E51-0603E338BEC0}"/>
          </ac:spMkLst>
        </pc:spChg>
        <pc:graphicFrameChg chg="add del mod">
          <ac:chgData name="Franca, Victoria Emanuelle Bitencourth" userId="1a2b6533-914b-4f02-89c4-0b1ef7fb09e5" providerId="ADAL" clId="{2A64E4B9-7B30-4A4F-9C45-B704BDE27C0D}" dt="2025-12-18T17:14:04.258" v="403" actId="478"/>
          <ac:graphicFrameMkLst>
            <pc:docMk/>
            <pc:sldMk cId="911918896" sldId="13515"/>
            <ac:graphicFrameMk id="2" creationId="{0834CA9B-76FD-76F4-D84F-AA5BB271ABC4}"/>
          </ac:graphicFrameMkLst>
        </pc:graphicFrameChg>
        <pc:graphicFrameChg chg="add mod">
          <ac:chgData name="Franca, Victoria Emanuelle Bitencourth" userId="1a2b6533-914b-4f02-89c4-0b1ef7fb09e5" providerId="ADAL" clId="{2A64E4B9-7B30-4A4F-9C45-B704BDE27C0D}" dt="2025-12-18T17:15:57.542" v="409"/>
          <ac:graphicFrameMkLst>
            <pc:docMk/>
            <pc:sldMk cId="911918896" sldId="13515"/>
            <ac:graphicFrameMk id="4" creationId="{5E940B9A-128A-2A45-459F-D5F06C618F26}"/>
          </ac:graphicFrameMkLst>
        </pc:graphicFrameChg>
        <pc:graphicFrameChg chg="add mod">
          <ac:chgData name="Franca, Victoria Emanuelle Bitencourth" userId="1a2b6533-914b-4f02-89c4-0b1ef7fb09e5" providerId="ADAL" clId="{2A64E4B9-7B30-4A4F-9C45-B704BDE27C0D}" dt="2025-12-18T17:16:03.835" v="410"/>
          <ac:graphicFrameMkLst>
            <pc:docMk/>
            <pc:sldMk cId="911918896" sldId="13515"/>
            <ac:graphicFrameMk id="6" creationId="{EF0AF3C7-F12B-2487-6660-B5710710A0DF}"/>
          </ac:graphicFrameMkLst>
        </pc:graphicFrameChg>
      </pc:sldChg>
      <pc:sldChg chg="modSp add del mod">
        <pc:chgData name="Franca, Victoria Emanuelle Bitencourth" userId="1a2b6533-914b-4f02-89c4-0b1ef7fb09e5" providerId="ADAL" clId="{2A64E4B9-7B30-4A4F-9C45-B704BDE27C0D}" dt="2025-12-18T16:46:25.414" v="120" actId="47"/>
        <pc:sldMkLst>
          <pc:docMk/>
          <pc:sldMk cId="2628620689" sldId="13515"/>
        </pc:sldMkLst>
        <pc:spChg chg="mod">
          <ac:chgData name="Franca, Victoria Emanuelle Bitencourth" userId="1a2b6533-914b-4f02-89c4-0b1ef7fb09e5" providerId="ADAL" clId="{2A64E4B9-7B30-4A4F-9C45-B704BDE27C0D}" dt="2025-12-18T16:43:50.719" v="15" actId="20577"/>
          <ac:spMkLst>
            <pc:docMk/>
            <pc:sldMk cId="2628620689" sldId="13515"/>
            <ac:spMk id="171" creationId="{8729B384-1F94-5785-F67B-5E23749B5A4A}"/>
          </ac:spMkLst>
        </pc:spChg>
      </pc:sldChg>
    </pc:docChg>
  </pc:docChgLst>
  <pc:docChgLst>
    <pc:chgData name="Pereira, Leandro Da Cruz" userId="8dd31791-e6bc-444b-b6c5-e4b6d73f1e5b" providerId="ADAL" clId="{6D25F2D6-5DE2-45D4-B5E1-FF994BFE39C9}"/>
    <pc:docChg chg="custSel modSld">
      <pc:chgData name="Pereira, Leandro Da Cruz" userId="8dd31791-e6bc-444b-b6c5-e4b6d73f1e5b" providerId="ADAL" clId="{6D25F2D6-5DE2-45D4-B5E1-FF994BFE39C9}" dt="2025-12-02T20:21:37.408" v="653" actId="20577"/>
      <pc:docMkLst>
        <pc:docMk/>
      </pc:docMkLst>
      <pc:sldChg chg="modSp mod">
        <pc:chgData name="Pereira, Leandro Da Cruz" userId="8dd31791-e6bc-444b-b6c5-e4b6d73f1e5b" providerId="ADAL" clId="{6D25F2D6-5DE2-45D4-B5E1-FF994BFE39C9}" dt="2025-12-02T20:19:49.291" v="472" actId="20577"/>
        <pc:sldMkLst>
          <pc:docMk/>
          <pc:sldMk cId="165768208" sldId="13510"/>
        </pc:sldMkLst>
        <pc:spChg chg="mod">
          <ac:chgData name="Pereira, Leandro Da Cruz" userId="8dd31791-e6bc-444b-b6c5-e4b6d73f1e5b" providerId="ADAL" clId="{6D25F2D6-5DE2-45D4-B5E1-FF994BFE39C9}" dt="2025-12-02T20:19:16.662" v="323" actId="20577"/>
          <ac:spMkLst>
            <pc:docMk/>
            <pc:sldMk cId="165768208" sldId="13510"/>
            <ac:spMk id="3" creationId="{99F58FE9-4689-A69E-B610-0143CE77606F}"/>
          </ac:spMkLst>
        </pc:spChg>
        <pc:spChg chg="mod">
          <ac:chgData name="Pereira, Leandro Da Cruz" userId="8dd31791-e6bc-444b-b6c5-e4b6d73f1e5b" providerId="ADAL" clId="{6D25F2D6-5DE2-45D4-B5E1-FF994BFE39C9}" dt="2025-12-02T20:19:49.291" v="472" actId="20577"/>
          <ac:spMkLst>
            <pc:docMk/>
            <pc:sldMk cId="165768208" sldId="13510"/>
            <ac:spMk id="12" creationId="{F1EB741F-886B-2C45-F69F-4657DF473FC1}"/>
          </ac:spMkLst>
        </pc:spChg>
      </pc:sldChg>
      <pc:sldChg chg="modSp mod">
        <pc:chgData name="Pereira, Leandro Da Cruz" userId="8dd31791-e6bc-444b-b6c5-e4b6d73f1e5b" providerId="ADAL" clId="{6D25F2D6-5DE2-45D4-B5E1-FF994BFE39C9}" dt="2025-12-02T20:21:37.408" v="653" actId="20577"/>
        <pc:sldMkLst>
          <pc:docMk/>
          <pc:sldMk cId="3115315911" sldId="13512"/>
        </pc:sldMkLst>
        <pc:spChg chg="mod">
          <ac:chgData name="Pereira, Leandro Da Cruz" userId="8dd31791-e6bc-444b-b6c5-e4b6d73f1e5b" providerId="ADAL" clId="{6D25F2D6-5DE2-45D4-B5E1-FF994BFE39C9}" dt="2025-12-02T20:21:37.408" v="653" actId="20577"/>
          <ac:spMkLst>
            <pc:docMk/>
            <pc:sldMk cId="3115315911" sldId="13512"/>
            <ac:spMk id="12" creationId="{213A0ED7-E514-8AE0-697B-98373E5D3AE6}"/>
          </ac:spMkLst>
        </pc:spChg>
      </pc:sldChg>
      <pc:sldChg chg="modSp mod">
        <pc:chgData name="Pereira, Leandro Da Cruz" userId="8dd31791-e6bc-444b-b6c5-e4b6d73f1e5b" providerId="ADAL" clId="{6D25F2D6-5DE2-45D4-B5E1-FF994BFE39C9}" dt="2025-12-02T20:20:40.457" v="517" actId="20577"/>
        <pc:sldMkLst>
          <pc:docMk/>
          <pc:sldMk cId="1196741129" sldId="13513"/>
        </pc:sldMkLst>
        <pc:spChg chg="mod">
          <ac:chgData name="Pereira, Leandro Da Cruz" userId="8dd31791-e6bc-444b-b6c5-e4b6d73f1e5b" providerId="ADAL" clId="{6D25F2D6-5DE2-45D4-B5E1-FF994BFE39C9}" dt="2025-12-02T20:20:40.457" v="517" actId="20577"/>
          <ac:spMkLst>
            <pc:docMk/>
            <pc:sldMk cId="1196741129" sldId="13513"/>
            <ac:spMk id="3" creationId="{E6A02CB5-04C7-B403-2835-A842A22286A5}"/>
          </ac:spMkLst>
        </pc:spChg>
      </pc:sldChg>
    </pc:docChg>
  </pc:docChgLst>
  <pc:docChgLst>
    <pc:chgData name="Sousa, Willy Braga" userId="82e4bf35-1658-43c8-87c6-74c04b99c933" providerId="ADAL" clId="{475846BB-F95F-4D62-8F59-3D5300CD531D}"/>
    <pc:docChg chg="undo custSel addSld delSld modSld sldOrd">
      <pc:chgData name="Sousa, Willy Braga" userId="82e4bf35-1658-43c8-87c6-74c04b99c933" providerId="ADAL" clId="{475846BB-F95F-4D62-8F59-3D5300CD531D}" dt="2025-12-18T18:10:48.519" v="197" actId="20577"/>
      <pc:docMkLst>
        <pc:docMk/>
      </pc:docMkLst>
      <pc:sldChg chg="addSp delSp modSp mod">
        <pc:chgData name="Sousa, Willy Braga" userId="82e4bf35-1658-43c8-87c6-74c04b99c933" providerId="ADAL" clId="{475846BB-F95F-4D62-8F59-3D5300CD531D}" dt="2025-12-18T18:08:51.129" v="154" actId="1076"/>
        <pc:sldMkLst>
          <pc:docMk/>
          <pc:sldMk cId="2265775385" sldId="13508"/>
        </pc:sldMkLst>
        <pc:spChg chg="mod">
          <ac:chgData name="Sousa, Willy Braga" userId="82e4bf35-1658-43c8-87c6-74c04b99c933" providerId="ADAL" clId="{475846BB-F95F-4D62-8F59-3D5300CD531D}" dt="2025-12-18T18:08:51.129" v="154" actId="1076"/>
          <ac:spMkLst>
            <pc:docMk/>
            <pc:sldMk cId="2265775385" sldId="13508"/>
            <ac:spMk id="3" creationId="{78E92613-C858-5AE2-1860-D0D230E3427B}"/>
          </ac:spMkLst>
        </pc:spChg>
        <pc:spChg chg="mod">
          <ac:chgData name="Sousa, Willy Braga" userId="82e4bf35-1658-43c8-87c6-74c04b99c933" providerId="ADAL" clId="{475846BB-F95F-4D62-8F59-3D5300CD531D}" dt="2025-12-18T16:56:08.570" v="79" actId="14100"/>
          <ac:spMkLst>
            <pc:docMk/>
            <pc:sldMk cId="2265775385" sldId="13508"/>
            <ac:spMk id="9" creationId="{F7DB710D-C645-8B9D-A736-A33D65964E88}"/>
          </ac:spMkLst>
        </pc:spChg>
        <pc:spChg chg="mod">
          <ac:chgData name="Sousa, Willy Braga" userId="82e4bf35-1658-43c8-87c6-74c04b99c933" providerId="ADAL" clId="{475846BB-F95F-4D62-8F59-3D5300CD531D}" dt="2025-12-18T17:00:39.719" v="131" actId="20577"/>
          <ac:spMkLst>
            <pc:docMk/>
            <pc:sldMk cId="2265775385" sldId="13508"/>
            <ac:spMk id="12" creationId="{57D9F197-06F5-1B0B-26A8-E4F1ACC6D9C0}"/>
          </ac:spMkLst>
        </pc:spChg>
        <pc:spChg chg="mod">
          <ac:chgData name="Sousa, Willy Braga" userId="82e4bf35-1658-43c8-87c6-74c04b99c933" providerId="ADAL" clId="{475846BB-F95F-4D62-8F59-3D5300CD531D}" dt="2025-12-18T18:08:41.933" v="152" actId="1076"/>
          <ac:spMkLst>
            <pc:docMk/>
            <pc:sldMk cId="2265775385" sldId="13508"/>
            <ac:spMk id="44" creationId="{E3E73CA6-F062-ABE5-A841-4B9CB2C29607}"/>
          </ac:spMkLst>
        </pc:spChg>
        <pc:graphicFrameChg chg="add mod">
          <ac:chgData name="Sousa, Willy Braga" userId="82e4bf35-1658-43c8-87c6-74c04b99c933" providerId="ADAL" clId="{475846BB-F95F-4D62-8F59-3D5300CD531D}" dt="2025-12-18T16:54:37.107" v="51"/>
          <ac:graphicFrameMkLst>
            <pc:docMk/>
            <pc:sldMk cId="2265775385" sldId="13508"/>
            <ac:graphicFrameMk id="2" creationId="{447B278C-1748-8A4F-B285-D8FA86A69A84}"/>
          </ac:graphicFrameMkLst>
        </pc:graphicFrameChg>
        <pc:graphicFrameChg chg="add del mod modGraphic">
          <ac:chgData name="Sousa, Willy Braga" userId="82e4bf35-1658-43c8-87c6-74c04b99c933" providerId="ADAL" clId="{475846BB-F95F-4D62-8F59-3D5300CD531D}" dt="2025-12-18T16:55:04.381" v="62" actId="478"/>
          <ac:graphicFrameMkLst>
            <pc:docMk/>
            <pc:sldMk cId="2265775385" sldId="13508"/>
            <ac:graphicFrameMk id="4" creationId="{5EE9163B-AAB2-2D39-C65B-F7DBB851554E}"/>
          </ac:graphicFrameMkLst>
        </pc:graphicFrameChg>
        <pc:graphicFrameChg chg="add del mod">
          <ac:chgData name="Sousa, Willy Braga" userId="82e4bf35-1658-43c8-87c6-74c04b99c933" providerId="ADAL" clId="{475846BB-F95F-4D62-8F59-3D5300CD531D}" dt="2025-12-18T16:55:32.209" v="66" actId="478"/>
          <ac:graphicFrameMkLst>
            <pc:docMk/>
            <pc:sldMk cId="2265775385" sldId="13508"/>
            <ac:graphicFrameMk id="6" creationId="{79665349-603F-C9F1-4880-5C87AC1D9E56}"/>
          </ac:graphicFrameMkLst>
        </pc:graphicFrameChg>
        <pc:graphicFrameChg chg="add del mod">
          <ac:chgData name="Sousa, Willy Braga" userId="82e4bf35-1658-43c8-87c6-74c04b99c933" providerId="ADAL" clId="{475846BB-F95F-4D62-8F59-3D5300CD531D}" dt="2025-12-18T17:00:27.096" v="127" actId="478"/>
          <ac:graphicFrameMkLst>
            <pc:docMk/>
            <pc:sldMk cId="2265775385" sldId="13508"/>
            <ac:graphicFrameMk id="10" creationId="{F64A4BBE-BA4B-840A-E824-5FBEC2B9E6C7}"/>
          </ac:graphicFrameMkLst>
        </pc:graphicFrameChg>
      </pc:sldChg>
      <pc:sldChg chg="modSp mod">
        <pc:chgData name="Sousa, Willy Braga" userId="82e4bf35-1658-43c8-87c6-74c04b99c933" providerId="ADAL" clId="{475846BB-F95F-4D62-8F59-3D5300CD531D}" dt="2025-12-18T16:52:30.579" v="25" actId="20577"/>
        <pc:sldMkLst>
          <pc:docMk/>
          <pc:sldMk cId="1059624194" sldId="13514"/>
        </pc:sldMkLst>
        <pc:spChg chg="mod">
          <ac:chgData name="Sousa, Willy Braga" userId="82e4bf35-1658-43c8-87c6-74c04b99c933" providerId="ADAL" clId="{475846BB-F95F-4D62-8F59-3D5300CD531D}" dt="2025-12-18T16:52:30.579" v="25" actId="20577"/>
          <ac:spMkLst>
            <pc:docMk/>
            <pc:sldMk cId="1059624194" sldId="13514"/>
            <ac:spMk id="3" creationId="{261FA918-7F79-E593-25FD-BCC52F087409}"/>
          </ac:spMkLst>
        </pc:spChg>
      </pc:sldChg>
      <pc:sldChg chg="modSp mod">
        <pc:chgData name="Sousa, Willy Braga" userId="82e4bf35-1658-43c8-87c6-74c04b99c933" providerId="ADAL" clId="{475846BB-F95F-4D62-8F59-3D5300CD531D}" dt="2025-12-18T18:10:48.519" v="197" actId="20577"/>
        <pc:sldMkLst>
          <pc:docMk/>
          <pc:sldMk cId="911918896" sldId="13515"/>
        </pc:sldMkLst>
        <pc:spChg chg="mod">
          <ac:chgData name="Sousa, Willy Braga" userId="82e4bf35-1658-43c8-87c6-74c04b99c933" providerId="ADAL" clId="{475846BB-F95F-4D62-8F59-3D5300CD531D}" dt="2025-12-18T18:10:48.519" v="197" actId="20577"/>
          <ac:spMkLst>
            <pc:docMk/>
            <pc:sldMk cId="911918896" sldId="13515"/>
            <ac:spMk id="171" creationId="{8C907FD5-9EA3-79F2-2E51-0603E338BEC0}"/>
          </ac:spMkLst>
        </pc:spChg>
      </pc:sldChg>
      <pc:sldChg chg="modSp add del mod ord">
        <pc:chgData name="Sousa, Willy Braga" userId="82e4bf35-1658-43c8-87c6-74c04b99c933" providerId="ADAL" clId="{475846BB-F95F-4D62-8F59-3D5300CD531D}" dt="2025-12-18T16:53:35.207" v="49" actId="47"/>
        <pc:sldMkLst>
          <pc:docMk/>
          <pc:sldMk cId="1141393978" sldId="13516"/>
        </pc:sldMkLst>
        <pc:spChg chg="mod">
          <ac:chgData name="Sousa, Willy Braga" userId="82e4bf35-1658-43c8-87c6-74c04b99c933" providerId="ADAL" clId="{475846BB-F95F-4D62-8F59-3D5300CD531D}" dt="2025-12-18T16:52:46.412" v="48" actId="20577"/>
          <ac:spMkLst>
            <pc:docMk/>
            <pc:sldMk cId="1141393978" sldId="13516"/>
            <ac:spMk id="3" creationId="{24FDF514-1CA1-2144-29C5-9CE5B4A045DF}"/>
          </ac:spMkLst>
        </pc:spChg>
        <pc:spChg chg="mod">
          <ac:chgData name="Sousa, Willy Braga" userId="82e4bf35-1658-43c8-87c6-74c04b99c933" providerId="ADAL" clId="{475846BB-F95F-4D62-8F59-3D5300CD531D}" dt="2025-12-18T16:51:57.983" v="2"/>
          <ac:spMkLst>
            <pc:docMk/>
            <pc:sldMk cId="1141393978" sldId="13516"/>
            <ac:spMk id="9" creationId="{459F6843-085C-B303-69CE-4925FEA13BFC}"/>
          </ac:spMkLst>
        </pc:spChg>
        <pc:spChg chg="mod">
          <ac:chgData name="Sousa, Willy Braga" userId="82e4bf35-1658-43c8-87c6-74c04b99c933" providerId="ADAL" clId="{475846BB-F95F-4D62-8F59-3D5300CD531D}" dt="2025-12-18T16:51:44.135" v="1"/>
          <ac:spMkLst>
            <pc:docMk/>
            <pc:sldMk cId="1141393978" sldId="13516"/>
            <ac:spMk id="171" creationId="{72ED865E-487A-373D-80E1-F830BB11C370}"/>
          </ac:spMkLst>
        </pc:spChg>
      </pc:sldChg>
    </pc:docChg>
  </pc:docChgLst>
  <pc:docChgLst>
    <pc:chgData name="Franca, Victoria Emanuelle Bitencourth" userId="1a2b6533-914b-4f02-89c4-0b1ef7fb09e5" providerId="ADAL" clId="{096B9114-4D08-4CD3-BE50-2C20D78488AC}"/>
    <pc:docChg chg="undo custSel addSld delSld modSld">
      <pc:chgData name="Franca, Victoria Emanuelle Bitencourth" userId="1a2b6533-914b-4f02-89c4-0b1ef7fb09e5" providerId="ADAL" clId="{096B9114-4D08-4CD3-BE50-2C20D78488AC}" dt="2025-12-02T20:21:47.059" v="1323" actId="20577"/>
      <pc:docMkLst>
        <pc:docMk/>
      </pc:docMkLst>
      <pc:sldChg chg="modSp mod">
        <pc:chgData name="Franca, Victoria Emanuelle Bitencourth" userId="1a2b6533-914b-4f02-89c4-0b1ef7fb09e5" providerId="ADAL" clId="{096B9114-4D08-4CD3-BE50-2C20D78488AC}" dt="2025-12-02T19:29:02.145" v="949" actId="20577"/>
        <pc:sldMkLst>
          <pc:docMk/>
          <pc:sldMk cId="2265775385" sldId="13508"/>
        </pc:sldMkLst>
        <pc:spChg chg="mod">
          <ac:chgData name="Franca, Victoria Emanuelle Bitencourth" userId="1a2b6533-914b-4f02-89c4-0b1ef7fb09e5" providerId="ADAL" clId="{096B9114-4D08-4CD3-BE50-2C20D78488AC}" dt="2025-12-02T19:29:02.145" v="949" actId="20577"/>
          <ac:spMkLst>
            <pc:docMk/>
            <pc:sldMk cId="2265775385" sldId="13508"/>
            <ac:spMk id="3" creationId="{78E92613-C858-5AE2-1860-D0D230E3427B}"/>
          </ac:spMkLst>
        </pc:spChg>
        <pc:spChg chg="mod">
          <ac:chgData name="Franca, Victoria Emanuelle Bitencourth" userId="1a2b6533-914b-4f02-89c4-0b1ef7fb09e5" providerId="ADAL" clId="{096B9114-4D08-4CD3-BE50-2C20D78488AC}" dt="2025-12-02T19:19:51.702" v="683" actId="20577"/>
          <ac:spMkLst>
            <pc:docMk/>
            <pc:sldMk cId="2265775385" sldId="13508"/>
            <ac:spMk id="5" creationId="{329C0BEB-C7DB-45D6-66C3-9B7D01E4D1BC}"/>
          </ac:spMkLst>
        </pc:spChg>
        <pc:spChg chg="mod">
          <ac:chgData name="Franca, Victoria Emanuelle Bitencourth" userId="1a2b6533-914b-4f02-89c4-0b1ef7fb09e5" providerId="ADAL" clId="{096B9114-4D08-4CD3-BE50-2C20D78488AC}" dt="2025-12-02T19:09:05.753" v="523" actId="20577"/>
          <ac:spMkLst>
            <pc:docMk/>
            <pc:sldMk cId="2265775385" sldId="13508"/>
            <ac:spMk id="9" creationId="{F7DB710D-C645-8B9D-A736-A33D65964E88}"/>
          </ac:spMkLst>
        </pc:spChg>
        <pc:spChg chg="mod">
          <ac:chgData name="Franca, Victoria Emanuelle Bitencourth" userId="1a2b6533-914b-4f02-89c4-0b1ef7fb09e5" providerId="ADAL" clId="{096B9114-4D08-4CD3-BE50-2C20D78488AC}" dt="2025-12-02T19:04:51.955" v="512" actId="20577"/>
          <ac:spMkLst>
            <pc:docMk/>
            <pc:sldMk cId="2265775385" sldId="13508"/>
            <ac:spMk id="12" creationId="{57D9F197-06F5-1B0B-26A8-E4F1ACC6D9C0}"/>
          </ac:spMkLst>
        </pc:spChg>
        <pc:spChg chg="mod">
          <ac:chgData name="Franca, Victoria Emanuelle Bitencourth" userId="1a2b6533-914b-4f02-89c4-0b1ef7fb09e5" providerId="ADAL" clId="{096B9114-4D08-4CD3-BE50-2C20D78488AC}" dt="2025-12-02T19:19:37.618" v="681" actId="2710"/>
          <ac:spMkLst>
            <pc:docMk/>
            <pc:sldMk cId="2265775385" sldId="13508"/>
            <ac:spMk id="44" creationId="{E3E73CA6-F062-ABE5-A841-4B9CB2C29607}"/>
          </ac:spMkLst>
        </pc:spChg>
      </pc:sldChg>
      <pc:sldChg chg="modSp mod">
        <pc:chgData name="Franca, Victoria Emanuelle Bitencourth" userId="1a2b6533-914b-4f02-89c4-0b1ef7fb09e5" providerId="ADAL" clId="{096B9114-4D08-4CD3-BE50-2C20D78488AC}" dt="2025-12-02T18:49:59.904" v="73" actId="20577"/>
        <pc:sldMkLst>
          <pc:docMk/>
          <pc:sldMk cId="2192902956" sldId="13509"/>
        </pc:sldMkLst>
        <pc:spChg chg="mod">
          <ac:chgData name="Franca, Victoria Emanuelle Bitencourth" userId="1a2b6533-914b-4f02-89c4-0b1ef7fb09e5" providerId="ADAL" clId="{096B9114-4D08-4CD3-BE50-2C20D78488AC}" dt="2025-12-02T18:49:59.904" v="73" actId="20577"/>
          <ac:spMkLst>
            <pc:docMk/>
            <pc:sldMk cId="2192902956" sldId="13509"/>
            <ac:spMk id="171" creationId="{E82BE821-AF16-173E-9A89-880A058512E6}"/>
          </ac:spMkLst>
        </pc:spChg>
      </pc:sldChg>
      <pc:sldChg chg="modSp mod">
        <pc:chgData name="Franca, Victoria Emanuelle Bitencourth" userId="1a2b6533-914b-4f02-89c4-0b1ef7fb09e5" providerId="ADAL" clId="{096B9114-4D08-4CD3-BE50-2C20D78488AC}" dt="2025-12-02T20:20:51.512" v="1321" actId="20577"/>
        <pc:sldMkLst>
          <pc:docMk/>
          <pc:sldMk cId="165768208" sldId="13510"/>
        </pc:sldMkLst>
        <pc:spChg chg="mod">
          <ac:chgData name="Franca, Victoria Emanuelle Bitencourth" userId="1a2b6533-914b-4f02-89c4-0b1ef7fb09e5" providerId="ADAL" clId="{096B9114-4D08-4CD3-BE50-2C20D78488AC}" dt="2025-12-02T20:20:42.401" v="1318" actId="20577"/>
          <ac:spMkLst>
            <pc:docMk/>
            <pc:sldMk cId="165768208" sldId="13510"/>
            <ac:spMk id="3" creationId="{99F58FE9-4689-A69E-B610-0143CE77606F}"/>
          </ac:spMkLst>
        </pc:spChg>
        <pc:spChg chg="mod">
          <ac:chgData name="Franca, Victoria Emanuelle Bitencourth" userId="1a2b6533-914b-4f02-89c4-0b1ef7fb09e5" providerId="ADAL" clId="{096B9114-4D08-4CD3-BE50-2C20D78488AC}" dt="2025-12-02T19:48:08.617" v="1063" actId="20577"/>
          <ac:spMkLst>
            <pc:docMk/>
            <pc:sldMk cId="165768208" sldId="13510"/>
            <ac:spMk id="5" creationId="{B6B0B735-17E0-6D07-5CB1-68C98E7B31CD}"/>
          </ac:spMkLst>
        </pc:spChg>
        <pc:spChg chg="mod">
          <ac:chgData name="Franca, Victoria Emanuelle Bitencourth" userId="1a2b6533-914b-4f02-89c4-0b1ef7fb09e5" providerId="ADAL" clId="{096B9114-4D08-4CD3-BE50-2C20D78488AC}" dt="2025-12-02T19:30:28.521" v="952"/>
          <ac:spMkLst>
            <pc:docMk/>
            <pc:sldMk cId="165768208" sldId="13510"/>
            <ac:spMk id="9" creationId="{27B19927-5963-5C66-40A1-FFA8E9339931}"/>
          </ac:spMkLst>
        </pc:spChg>
        <pc:spChg chg="mod">
          <ac:chgData name="Franca, Victoria Emanuelle Bitencourth" userId="1a2b6533-914b-4f02-89c4-0b1ef7fb09e5" providerId="ADAL" clId="{096B9114-4D08-4CD3-BE50-2C20D78488AC}" dt="2025-12-02T20:20:51.512" v="1321" actId="20577"/>
          <ac:spMkLst>
            <pc:docMk/>
            <pc:sldMk cId="165768208" sldId="13510"/>
            <ac:spMk id="12" creationId="{F1EB741F-886B-2C45-F69F-4657DF473FC1}"/>
          </ac:spMkLst>
        </pc:spChg>
        <pc:spChg chg="mod">
          <ac:chgData name="Franca, Victoria Emanuelle Bitencourth" userId="1a2b6533-914b-4f02-89c4-0b1ef7fb09e5" providerId="ADAL" clId="{096B9114-4D08-4CD3-BE50-2C20D78488AC}" dt="2025-12-02T19:48:03.111" v="1057" actId="20577"/>
          <ac:spMkLst>
            <pc:docMk/>
            <pc:sldMk cId="165768208" sldId="13510"/>
            <ac:spMk id="44" creationId="{F470542E-C860-A985-D5A7-EAA0A73EBDC2}"/>
          </ac:spMkLst>
        </pc:spChg>
        <pc:spChg chg="mod">
          <ac:chgData name="Franca, Victoria Emanuelle Bitencourth" userId="1a2b6533-914b-4f02-89c4-0b1ef7fb09e5" providerId="ADAL" clId="{096B9114-4D08-4CD3-BE50-2C20D78488AC}" dt="2025-12-02T18:49:24.280" v="17" actId="20577"/>
          <ac:spMkLst>
            <pc:docMk/>
            <pc:sldMk cId="165768208" sldId="13510"/>
            <ac:spMk id="171" creationId="{09268E4B-0170-2D83-ACE0-76158FD1ABEA}"/>
          </ac:spMkLst>
        </pc:spChg>
      </pc:sldChg>
      <pc:sldChg chg="modSp del mod">
        <pc:chgData name="Franca, Victoria Emanuelle Bitencourth" userId="1a2b6533-914b-4f02-89c4-0b1ef7fb09e5" providerId="ADAL" clId="{096B9114-4D08-4CD3-BE50-2C20D78488AC}" dt="2025-12-02T19:39:31.140" v="983" actId="47"/>
        <pc:sldMkLst>
          <pc:docMk/>
          <pc:sldMk cId="936093759" sldId="13511"/>
        </pc:sldMkLst>
        <pc:spChg chg="mod">
          <ac:chgData name="Franca, Victoria Emanuelle Bitencourth" userId="1a2b6533-914b-4f02-89c4-0b1ef7fb09e5" providerId="ADAL" clId="{096B9114-4D08-4CD3-BE50-2C20D78488AC}" dt="2025-12-02T18:49:37.111" v="37" actId="6549"/>
          <ac:spMkLst>
            <pc:docMk/>
            <pc:sldMk cId="936093759" sldId="13511"/>
            <ac:spMk id="171" creationId="{1AA5BE5E-C2E7-27DC-6073-FABF4BF7C226}"/>
          </ac:spMkLst>
        </pc:spChg>
      </pc:sldChg>
      <pc:sldChg chg="modSp mod">
        <pc:chgData name="Franca, Victoria Emanuelle Bitencourth" userId="1a2b6533-914b-4f02-89c4-0b1ef7fb09e5" providerId="ADAL" clId="{096B9114-4D08-4CD3-BE50-2C20D78488AC}" dt="2025-12-02T20:21:47.059" v="1323" actId="20577"/>
        <pc:sldMkLst>
          <pc:docMk/>
          <pc:sldMk cId="3115315911" sldId="13512"/>
        </pc:sldMkLst>
        <pc:spChg chg="mod">
          <ac:chgData name="Franca, Victoria Emanuelle Bitencourth" userId="1a2b6533-914b-4f02-89c4-0b1ef7fb09e5" providerId="ADAL" clId="{096B9114-4D08-4CD3-BE50-2C20D78488AC}" dt="2025-12-02T19:49:58.221" v="1064"/>
          <ac:spMkLst>
            <pc:docMk/>
            <pc:sldMk cId="3115315911" sldId="13512"/>
            <ac:spMk id="3" creationId="{C6397BBE-2CBA-7681-9D74-D3F1E4D17020}"/>
          </ac:spMkLst>
        </pc:spChg>
        <pc:spChg chg="mod">
          <ac:chgData name="Franca, Victoria Emanuelle Bitencourth" userId="1a2b6533-914b-4f02-89c4-0b1ef7fb09e5" providerId="ADAL" clId="{096B9114-4D08-4CD3-BE50-2C20D78488AC}" dt="2025-12-02T19:50:19.832" v="1066" actId="20577"/>
          <ac:spMkLst>
            <pc:docMk/>
            <pc:sldMk cId="3115315911" sldId="13512"/>
            <ac:spMk id="5" creationId="{00FEF94B-838B-C3D6-47A7-A2CA7B43043A}"/>
          </ac:spMkLst>
        </pc:spChg>
        <pc:spChg chg="mod">
          <ac:chgData name="Franca, Victoria Emanuelle Bitencourth" userId="1a2b6533-914b-4f02-89c4-0b1ef7fb09e5" providerId="ADAL" clId="{096B9114-4D08-4CD3-BE50-2C20D78488AC}" dt="2025-12-02T19:59:15.423" v="1125" actId="20577"/>
          <ac:spMkLst>
            <pc:docMk/>
            <pc:sldMk cId="3115315911" sldId="13512"/>
            <ac:spMk id="9" creationId="{3834C84E-259D-AFAE-E3A2-32034CAB2C25}"/>
          </ac:spMkLst>
        </pc:spChg>
        <pc:spChg chg="mod">
          <ac:chgData name="Franca, Victoria Emanuelle Bitencourth" userId="1a2b6533-914b-4f02-89c4-0b1ef7fb09e5" providerId="ADAL" clId="{096B9114-4D08-4CD3-BE50-2C20D78488AC}" dt="2025-12-02T20:21:47.059" v="1323" actId="20577"/>
          <ac:spMkLst>
            <pc:docMk/>
            <pc:sldMk cId="3115315911" sldId="13512"/>
            <ac:spMk id="12" creationId="{213A0ED7-E514-8AE0-697B-98373E5D3AE6}"/>
          </ac:spMkLst>
        </pc:spChg>
        <pc:spChg chg="mod">
          <ac:chgData name="Franca, Victoria Emanuelle Bitencourth" userId="1a2b6533-914b-4f02-89c4-0b1ef7fb09e5" providerId="ADAL" clId="{096B9114-4D08-4CD3-BE50-2C20D78488AC}" dt="2025-12-02T19:52:44.133" v="1105" actId="20577"/>
          <ac:spMkLst>
            <pc:docMk/>
            <pc:sldMk cId="3115315911" sldId="13512"/>
            <ac:spMk id="44" creationId="{39491E9E-107A-13F0-5DFA-86820BE9BB5B}"/>
          </ac:spMkLst>
        </pc:spChg>
        <pc:spChg chg="mod">
          <ac:chgData name="Franca, Victoria Emanuelle Bitencourth" userId="1a2b6533-914b-4f02-89c4-0b1ef7fb09e5" providerId="ADAL" clId="{096B9114-4D08-4CD3-BE50-2C20D78488AC}" dt="2025-12-02T18:49:46.370" v="47" actId="20577"/>
          <ac:spMkLst>
            <pc:docMk/>
            <pc:sldMk cId="3115315911" sldId="13512"/>
            <ac:spMk id="171" creationId="{5A1099B8-2390-F79F-2694-4A2D2391B4BB}"/>
          </ac:spMkLst>
        </pc:spChg>
      </pc:sldChg>
      <pc:sldChg chg="modSp add mod">
        <pc:chgData name="Franca, Victoria Emanuelle Bitencourth" userId="1a2b6533-914b-4f02-89c4-0b1ef7fb09e5" providerId="ADAL" clId="{096B9114-4D08-4CD3-BE50-2C20D78488AC}" dt="2025-12-02T20:21:07.114" v="1322" actId="20577"/>
        <pc:sldMkLst>
          <pc:docMk/>
          <pc:sldMk cId="1196741129" sldId="13513"/>
        </pc:sldMkLst>
        <pc:spChg chg="mod">
          <ac:chgData name="Franca, Victoria Emanuelle Bitencourth" userId="1a2b6533-914b-4f02-89c4-0b1ef7fb09e5" providerId="ADAL" clId="{096B9114-4D08-4CD3-BE50-2C20D78488AC}" dt="2025-12-02T20:21:07.114" v="1322" actId="20577"/>
          <ac:spMkLst>
            <pc:docMk/>
            <pc:sldMk cId="1196741129" sldId="13513"/>
            <ac:spMk id="3" creationId="{E6A02CB5-04C7-B403-2835-A842A22286A5}"/>
          </ac:spMkLst>
        </pc:spChg>
        <pc:spChg chg="mod">
          <ac:chgData name="Franca, Victoria Emanuelle Bitencourth" userId="1a2b6533-914b-4f02-89c4-0b1ef7fb09e5" providerId="ADAL" clId="{096B9114-4D08-4CD3-BE50-2C20D78488AC}" dt="2025-12-02T19:47:57.771" v="1051" actId="20577"/>
          <ac:spMkLst>
            <pc:docMk/>
            <pc:sldMk cId="1196741129" sldId="13513"/>
            <ac:spMk id="5" creationId="{32978B9D-5193-6F13-4F32-C773E2D40CF6}"/>
          </ac:spMkLst>
        </pc:spChg>
        <pc:spChg chg="mod">
          <ac:chgData name="Franca, Victoria Emanuelle Bitencourth" userId="1a2b6533-914b-4f02-89c4-0b1ef7fb09e5" providerId="ADAL" clId="{096B9114-4D08-4CD3-BE50-2C20D78488AC}" dt="2025-12-02T20:11:18.588" v="1317" actId="20577"/>
          <ac:spMkLst>
            <pc:docMk/>
            <pc:sldMk cId="1196741129" sldId="13513"/>
            <ac:spMk id="12" creationId="{50953D6C-093D-0046-BD95-50008B20C09C}"/>
          </ac:spMkLst>
        </pc:spChg>
        <pc:spChg chg="mod">
          <ac:chgData name="Franca, Victoria Emanuelle Bitencourth" userId="1a2b6533-914b-4f02-89c4-0b1ef7fb09e5" providerId="ADAL" clId="{096B9114-4D08-4CD3-BE50-2C20D78488AC}" dt="2025-12-02T19:47:52.843" v="1045" actId="20577"/>
          <ac:spMkLst>
            <pc:docMk/>
            <pc:sldMk cId="1196741129" sldId="13513"/>
            <ac:spMk id="44" creationId="{010773D2-D2EF-46E8-5938-CB1839B9E388}"/>
          </ac:spMkLst>
        </pc:spChg>
        <pc:spChg chg="mod">
          <ac:chgData name="Franca, Victoria Emanuelle Bitencourth" userId="1a2b6533-914b-4f02-89c4-0b1ef7fb09e5" providerId="ADAL" clId="{096B9114-4D08-4CD3-BE50-2C20D78488AC}" dt="2025-12-02T19:39:48.624" v="1005" actId="20577"/>
          <ac:spMkLst>
            <pc:docMk/>
            <pc:sldMk cId="1196741129" sldId="13513"/>
            <ac:spMk id="171" creationId="{61CCE26C-8ACA-EBCA-FFEC-15F48A898C5B}"/>
          </ac:spMkLst>
        </pc:spChg>
      </pc:sldChg>
    </pc:docChg>
  </pc:docChgLst>
  <pc:docChgLst>
    <pc:chgData name="Sousa, Willy Braga" userId="82e4bf35-1658-43c8-87c6-74c04b99c933" providerId="ADAL" clId="{2CDB185F-A7B5-4CC4-B648-D61CA8048F95}"/>
    <pc:docChg chg="undo custSel modSld">
      <pc:chgData name="Sousa, Willy Braga" userId="82e4bf35-1658-43c8-87c6-74c04b99c933" providerId="ADAL" clId="{2CDB185F-A7B5-4CC4-B648-D61CA8048F95}" dt="2025-12-02T20:20:51.116" v="505"/>
      <pc:docMkLst>
        <pc:docMk/>
      </pc:docMkLst>
      <pc:sldChg chg="modSp mod">
        <pc:chgData name="Sousa, Willy Braga" userId="82e4bf35-1658-43c8-87c6-74c04b99c933" providerId="ADAL" clId="{2CDB185F-A7B5-4CC4-B648-D61CA8048F95}" dt="2025-12-02T20:20:51.116" v="505"/>
        <pc:sldMkLst>
          <pc:docMk/>
          <pc:sldMk cId="2192902956" sldId="13509"/>
        </pc:sldMkLst>
        <pc:spChg chg="mod">
          <ac:chgData name="Sousa, Willy Braga" userId="82e4bf35-1658-43c8-87c6-74c04b99c933" providerId="ADAL" clId="{2CDB185F-A7B5-4CC4-B648-D61CA8048F95}" dt="2025-12-02T20:20:51.116" v="505"/>
          <ac:spMkLst>
            <pc:docMk/>
            <pc:sldMk cId="2192902956" sldId="13509"/>
            <ac:spMk id="3" creationId="{C764DC87-7631-A340-791A-7431311CF6C0}"/>
          </ac:spMkLst>
        </pc:spChg>
        <pc:spChg chg="mod">
          <ac:chgData name="Sousa, Willy Braga" userId="82e4bf35-1658-43c8-87c6-74c04b99c933" providerId="ADAL" clId="{2CDB185F-A7B5-4CC4-B648-D61CA8048F95}" dt="2025-12-02T19:26:35.908" v="363" actId="20577"/>
          <ac:spMkLst>
            <pc:docMk/>
            <pc:sldMk cId="2192902956" sldId="13509"/>
            <ac:spMk id="5" creationId="{9CE06969-12A2-04BE-4B13-DC243C6A1B1A}"/>
          </ac:spMkLst>
        </pc:spChg>
        <pc:spChg chg="mod">
          <ac:chgData name="Sousa, Willy Braga" userId="82e4bf35-1658-43c8-87c6-74c04b99c933" providerId="ADAL" clId="{2CDB185F-A7B5-4CC4-B648-D61CA8048F95}" dt="2025-12-02T19:11:20.745" v="235" actId="20577"/>
          <ac:spMkLst>
            <pc:docMk/>
            <pc:sldMk cId="2192902956" sldId="13509"/>
            <ac:spMk id="9" creationId="{AC5FD75F-1F00-94B3-55B5-22F2B4266B39}"/>
          </ac:spMkLst>
        </pc:spChg>
        <pc:spChg chg="mod">
          <ac:chgData name="Sousa, Willy Braga" userId="82e4bf35-1658-43c8-87c6-74c04b99c933" providerId="ADAL" clId="{2CDB185F-A7B5-4CC4-B648-D61CA8048F95}" dt="2025-12-02T19:41:39.009" v="492" actId="20577"/>
          <ac:spMkLst>
            <pc:docMk/>
            <pc:sldMk cId="2192902956" sldId="13509"/>
            <ac:spMk id="12" creationId="{83314D68-D5FA-14AD-B2B6-2A2193FF4C27}"/>
          </ac:spMkLst>
        </pc:spChg>
        <pc:spChg chg="mod">
          <ac:chgData name="Sousa, Willy Braga" userId="82e4bf35-1658-43c8-87c6-74c04b99c933" providerId="ADAL" clId="{2CDB185F-A7B5-4CC4-B648-D61CA8048F95}" dt="2025-12-02T19:27:47.625" v="470" actId="20577"/>
          <ac:spMkLst>
            <pc:docMk/>
            <pc:sldMk cId="2192902956" sldId="13509"/>
            <ac:spMk id="44" creationId="{282DECF4-666F-2E8D-E024-9213F88510C1}"/>
          </ac:spMkLst>
        </pc:spChg>
        <pc:spChg chg="mod">
          <ac:chgData name="Sousa, Willy Braga" userId="82e4bf35-1658-43c8-87c6-74c04b99c933" providerId="ADAL" clId="{2CDB185F-A7B5-4CC4-B648-D61CA8048F95}" dt="2025-12-02T18:57:56.124" v="7" actId="20577"/>
          <ac:spMkLst>
            <pc:docMk/>
            <pc:sldMk cId="2192902956" sldId="13509"/>
            <ac:spMk id="171" creationId="{E82BE821-AF16-173E-9A89-880A058512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853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6BF2-B588-F568-0A90-886E43589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830B12-6CC1-D42B-8765-E311EFD99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5DCF2E-F83F-F91D-13E6-FCE78B2F7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2A6DE1-4700-3BB9-6412-08E5262B9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346945D-3B53-416E-8D9C-3FA599B34CA1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5532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AD701-EF2D-4192-081A-8EBE0B58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36148A-9DB3-81DE-E9AC-C2C7099D0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84D66B-8BC0-1C7A-72A9-B18C78D0E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C88253-5618-49B1-D600-385B55548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346945D-3B53-416E-8D9C-3FA599B34CA1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7300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1327C-ED74-A5A7-ED18-2C6EE768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F781616-E304-C2E0-76A4-19D273135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EF13BF-12F0-B9B9-5BF1-2FA141331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DFCE85-9DCE-AA56-A87A-86DB266D5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346945D-3B53-416E-8D9C-3FA599B34CA1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634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F88F1-2A6D-6346-8EF9-DA8B9780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86A5E8-27EC-EA82-BCF0-CD2751D05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71308BC-9086-A366-9341-5991A9660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D81AF7-54E3-9FCA-C010-B977D1DC8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346945D-3B53-416E-8D9C-3FA599B34CA1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6984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EC50-B8DD-4E82-1DC2-AAAC9639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DE577E-1FF1-1FDA-AE98-9A68BF1EF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CA0006-AD74-FA81-ABF2-114CEB284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0635CE-16EC-6B43-1A87-07469CFBB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346945D-3B53-416E-8D9C-3FA599B34CA1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7267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143DD-94A1-0538-972F-2F7CDCDA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C144695-0DFF-235B-233D-9E1C4A1E8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734B9B-6D77-48C3-275A-F8DCE7F9E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FC4C89-7E6D-A071-4E9A-74A4834D5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346945D-3B53-416E-8D9C-3FA599B34CA1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6386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3C1C-87A0-1418-F129-3F866AAE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AFEEB96-1AB1-4CC0-1338-25717CFED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390799-944F-A992-5102-D96AD8E6A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0F8740-204D-5A35-F660-A01162633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346945D-3B53-416E-8D9C-3FA599B34CA1}" type="slidenum">
              <a:rPr kumimoji="0" lang="pt-BR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844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8472487" y="4664075"/>
            <a:ext cx="549275" cy="39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80749-8EB4-423B-A093-C600D2467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016EA7-D585-4290-81AA-ADF934FA8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FEEDB9-542E-4F7B-85DD-EEA98EAC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06396-45F7-413E-AFB6-90D5D82D7EB2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1B21BB-3D2C-4398-A554-014ADC09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5B8359-2D95-4CB7-98F7-9E5BDA7D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2826-B5BB-47E4-BD19-785745188D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570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150" y="446087"/>
            <a:ext cx="8521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87" y="4664075"/>
            <a:ext cx="549275" cy="39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title"/>
          </p:nvPr>
        </p:nvSpPr>
        <p:spPr>
          <a:xfrm>
            <a:off x="311150" y="446087"/>
            <a:ext cx="8521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472487" y="4664075"/>
            <a:ext cx="549275" cy="39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43CD9AA-D07E-EA0D-84C6-9D67828968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5213" y="226397"/>
            <a:ext cx="1074544" cy="55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9791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ripples&#10;&#10;Description automatically generated with medium confidence">
            <a:extLst>
              <a:ext uri="{FF2B5EF4-FFF2-40B4-BE49-F238E27FC236}">
                <a16:creationId xmlns:a16="http://schemas.microsoft.com/office/drawing/2014/main" id="{FE6D44C9-D920-6C3E-CDFD-663EFE470EC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749" y="0"/>
            <a:ext cx="8215251" cy="5143502"/>
          </a:xfrm>
          <a:prstGeom prst="rect">
            <a:avLst/>
          </a:prstGeom>
        </p:spPr>
      </p:pic>
      <p:pic>
        <p:nvPicPr>
          <p:cNvPr id="2" name="Picture 1" descr="Logo, icon&#10;&#10;Description automatically generated">
            <a:extLst>
              <a:ext uri="{FF2B5EF4-FFF2-40B4-BE49-F238E27FC236}">
                <a16:creationId xmlns:a16="http://schemas.microsoft.com/office/drawing/2014/main" id="{370F7FB0-4F26-3477-D608-D4AD89706A4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017506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E3D9E1-8010-C640-64D5-D7B14711DF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771" y="3848823"/>
            <a:ext cx="1556053" cy="1556053"/>
          </a:xfrm>
          <a:prstGeom prst="rect">
            <a:avLst/>
          </a:prstGeom>
        </p:spPr>
      </p:pic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BD6723DE-E3A0-4B55-B138-BB9374668ED4}"/>
              </a:ext>
            </a:extLst>
          </p:cNvPr>
          <p:cNvSpPr txBox="1">
            <a:spLocks/>
          </p:cNvSpPr>
          <p:nvPr/>
        </p:nvSpPr>
        <p:spPr>
          <a:xfrm>
            <a:off x="6870555" y="240491"/>
            <a:ext cx="2029172" cy="6648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defRPr sz="3500" b="0" i="0" kern="1200">
                <a:solidFill>
                  <a:schemeClr val="bg1"/>
                </a:solidFill>
                <a:latin typeface="FS Elliot Light" charset="0"/>
                <a:ea typeface="FS Elliot Light" charset="0"/>
                <a:cs typeface="FS Elliot Light" charset="0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defRPr sz="3500" b="0" i="0" kern="1200">
                <a:solidFill>
                  <a:schemeClr val="bg1"/>
                </a:solidFill>
                <a:latin typeface="FS Elliot Light" charset="0"/>
                <a:ea typeface="FS Elliot Light" charset="0"/>
                <a:cs typeface="FS Elliot Light" charset="0"/>
              </a:defRPr>
            </a:lvl2pPr>
            <a:lvl3pPr marL="1080000" indent="-3600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defRPr sz="3500" b="0" i="0" kern="1200">
                <a:solidFill>
                  <a:schemeClr val="bg1"/>
                </a:solidFill>
                <a:latin typeface="FS Elliot Light" charset="0"/>
                <a:ea typeface="FS Elliot Light" charset="0"/>
                <a:cs typeface="FS Elliot Light" charset="0"/>
              </a:defRPr>
            </a:lvl3pPr>
            <a:lvl4pPr marL="1440000" indent="-3600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defRPr sz="3500" b="0" i="0" kern="1200">
                <a:solidFill>
                  <a:schemeClr val="bg1"/>
                </a:solidFill>
                <a:latin typeface="FS Elliot Light" charset="0"/>
                <a:ea typeface="FS Elliot Light" charset="0"/>
                <a:cs typeface="FS Elliot Light" charset="0"/>
              </a:defRPr>
            </a:lvl4pPr>
            <a:lvl5pPr marL="1800000" indent="-3600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defRPr sz="3500" b="0" i="0" kern="1200">
                <a:solidFill>
                  <a:schemeClr val="bg1"/>
                </a:solidFill>
                <a:latin typeface="FS Elliot Light" charset="0"/>
                <a:ea typeface="FS Elliot Light" charset="0"/>
                <a:cs typeface="FS Elliot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UMA PARCERIA ENTRE</a:t>
            </a:r>
            <a:b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ARCELORMITTAL E BEKAERT</a:t>
            </a:r>
          </a:p>
        </p:txBody>
      </p:sp>
      <p:sp>
        <p:nvSpPr>
          <p:cNvPr id="5" name="Google Shape;151;p2">
            <a:extLst>
              <a:ext uri="{FF2B5EF4-FFF2-40B4-BE49-F238E27FC236}">
                <a16:creationId xmlns:a16="http://schemas.microsoft.com/office/drawing/2014/main" id="{DF9FDD07-100B-2DFA-63C5-9883839637B8}"/>
              </a:ext>
            </a:extLst>
          </p:cNvPr>
          <p:cNvSpPr txBox="1"/>
          <p:nvPr/>
        </p:nvSpPr>
        <p:spPr>
          <a:xfrm>
            <a:off x="4604900" y="1549145"/>
            <a:ext cx="4951707" cy="181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Capex TI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Belgo Arames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"/>
              <a:buNone/>
            </a:pPr>
            <a:r>
              <a:rPr lang="en-US" sz="3600" b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2025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415811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F27C6-FF34-B986-EBD7-A3714CBC2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D5C6D7F3-B277-76F9-3EB9-3075160FC5B9}"/>
              </a:ext>
            </a:extLst>
          </p:cNvPr>
          <p:cNvSpPr txBox="1"/>
          <p:nvPr/>
        </p:nvSpPr>
        <p:spPr>
          <a:xfrm>
            <a:off x="-1" y="1"/>
            <a:ext cx="5645727" cy="724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ED1C24"/>
                </a:solidFill>
                <a:effectLst/>
                <a:uLnTx/>
                <a:uFillTx/>
                <a:latin typeface="VAG Rounded Std Thin" panose="020F0402020204020204" pitchFamily="34" charset="0"/>
                <a:cs typeface="Arial"/>
                <a:sym typeface="Arial"/>
              </a:rPr>
              <a:t>CAPEX TI 2025</a:t>
            </a:r>
          </a:p>
          <a:p>
            <a:pPr lvl="0">
              <a:lnSpc>
                <a:spcPct val="150000"/>
              </a:lnSpc>
              <a:defRPr/>
            </a:pPr>
            <a:r>
              <a:rPr lang="pt-BR" sz="1050" b="1">
                <a:solidFill>
                  <a:schemeClr val="tx1"/>
                </a:solidFill>
              </a:rPr>
              <a:t>IMPLEMENTAÇÃO PROCESSOS FINANCEIROS VIA ALPE PARA REDE ATIVA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 Rounded Std Thin" panose="020F0402020204020204" pitchFamily="34" charset="0"/>
              <a:cs typeface="Arial"/>
              <a:sym typeface="Arial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8BD45B7B-345B-2A08-92AF-648769917751}"/>
              </a:ext>
            </a:extLst>
          </p:cNvPr>
          <p:cNvCxnSpPr>
            <a:cxnSpLocks/>
          </p:cNvCxnSpPr>
          <p:nvPr/>
        </p:nvCxnSpPr>
        <p:spPr>
          <a:xfrm>
            <a:off x="-1" y="863562"/>
            <a:ext cx="596438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aixaDeTexto 21">
            <a:extLst>
              <a:ext uri="{FF2B5EF4-FFF2-40B4-BE49-F238E27FC236}">
                <a16:creationId xmlns:a16="http://schemas.microsoft.com/office/drawing/2014/main" id="{8AD63216-4A49-1CF5-6940-9F2D3120519C}"/>
              </a:ext>
            </a:extLst>
          </p:cNvPr>
          <p:cNvSpPr txBox="1"/>
          <p:nvPr/>
        </p:nvSpPr>
        <p:spPr>
          <a:xfrm>
            <a:off x="6192982" y="181749"/>
            <a:ext cx="1349066" cy="361637"/>
          </a:xfrm>
          <a:custGeom>
            <a:avLst/>
            <a:gdLst>
              <a:gd name="csX0" fmla="*/ 0 w 1349066"/>
              <a:gd name="csY0" fmla="*/ 0 h 361637"/>
              <a:gd name="csX1" fmla="*/ 701514 w 1349066"/>
              <a:gd name="csY1" fmla="*/ 0 h 361637"/>
              <a:gd name="csX2" fmla="*/ 1349066 w 1349066"/>
              <a:gd name="csY2" fmla="*/ 0 h 361637"/>
              <a:gd name="csX3" fmla="*/ 1349066 w 1349066"/>
              <a:gd name="csY3" fmla="*/ 361637 h 361637"/>
              <a:gd name="csX4" fmla="*/ 688024 w 1349066"/>
              <a:gd name="csY4" fmla="*/ 361637 h 361637"/>
              <a:gd name="csX5" fmla="*/ 0 w 1349066"/>
              <a:gd name="csY5" fmla="*/ 361637 h 361637"/>
              <a:gd name="csX6" fmla="*/ 0 w 1349066"/>
              <a:gd name="csY6" fmla="*/ 0 h 361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9066" h="361637" fill="none" extrusionOk="0">
                <a:moveTo>
                  <a:pt x="0" y="0"/>
                </a:moveTo>
                <a:cubicBezTo>
                  <a:pt x="278485" y="23246"/>
                  <a:pt x="506815" y="8310"/>
                  <a:pt x="701514" y="0"/>
                </a:cubicBezTo>
                <a:cubicBezTo>
                  <a:pt x="896213" y="-8310"/>
                  <a:pt x="1165699" y="14075"/>
                  <a:pt x="1349066" y="0"/>
                </a:cubicBezTo>
                <a:cubicBezTo>
                  <a:pt x="1366538" y="97087"/>
                  <a:pt x="1348519" y="281942"/>
                  <a:pt x="1349066" y="361637"/>
                </a:cubicBezTo>
                <a:cubicBezTo>
                  <a:pt x="1177994" y="357323"/>
                  <a:pt x="945356" y="392044"/>
                  <a:pt x="688024" y="361637"/>
                </a:cubicBezTo>
                <a:cubicBezTo>
                  <a:pt x="430692" y="331230"/>
                  <a:pt x="262140" y="348043"/>
                  <a:pt x="0" y="361637"/>
                </a:cubicBezTo>
                <a:cubicBezTo>
                  <a:pt x="8252" y="185485"/>
                  <a:pt x="1714" y="170020"/>
                  <a:pt x="0" y="0"/>
                </a:cubicBezTo>
                <a:close/>
              </a:path>
              <a:path w="1349066" h="361637" stroke="0" extrusionOk="0">
                <a:moveTo>
                  <a:pt x="0" y="0"/>
                </a:moveTo>
                <a:cubicBezTo>
                  <a:pt x="141058" y="-19683"/>
                  <a:pt x="435988" y="-10442"/>
                  <a:pt x="647552" y="0"/>
                </a:cubicBezTo>
                <a:cubicBezTo>
                  <a:pt x="859116" y="10442"/>
                  <a:pt x="1149969" y="8000"/>
                  <a:pt x="1349066" y="0"/>
                </a:cubicBezTo>
                <a:cubicBezTo>
                  <a:pt x="1360084" y="109602"/>
                  <a:pt x="1335241" y="241423"/>
                  <a:pt x="1349066" y="361637"/>
                </a:cubicBezTo>
                <a:cubicBezTo>
                  <a:pt x="1144194" y="380518"/>
                  <a:pt x="803933" y="344216"/>
                  <a:pt x="661042" y="361637"/>
                </a:cubicBezTo>
                <a:cubicBezTo>
                  <a:pt x="518151" y="379058"/>
                  <a:pt x="149710" y="377312"/>
                  <a:pt x="0" y="361637"/>
                </a:cubicBezTo>
                <a:cubicBezTo>
                  <a:pt x="-2245" y="270037"/>
                  <a:pt x="-5266" y="12412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TIPO: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CAPEX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VALOR TOTAL: </a:t>
            </a:r>
            <a:r>
              <a:rPr kumimoji="0" lang="pt-BR" sz="70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R$ 500k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 (BRL)</a:t>
            </a:r>
          </a:p>
        </p:txBody>
      </p:sp>
      <p:sp>
        <p:nvSpPr>
          <p:cNvPr id="7" name="CaixaDeTexto 21">
            <a:extLst>
              <a:ext uri="{FF2B5EF4-FFF2-40B4-BE49-F238E27FC236}">
                <a16:creationId xmlns:a16="http://schemas.microsoft.com/office/drawing/2014/main" id="{ACE37677-2D5D-B517-8F7C-A1AD58F79E2E}"/>
              </a:ext>
            </a:extLst>
          </p:cNvPr>
          <p:cNvSpPr txBox="1"/>
          <p:nvPr/>
        </p:nvSpPr>
        <p:spPr>
          <a:xfrm>
            <a:off x="8417339" y="25522"/>
            <a:ext cx="700624" cy="176972"/>
          </a:xfrm>
          <a:custGeom>
            <a:avLst/>
            <a:gdLst>
              <a:gd name="csX0" fmla="*/ 0 w 700624"/>
              <a:gd name="csY0" fmla="*/ 0 h 176972"/>
              <a:gd name="csX1" fmla="*/ 336300 w 700624"/>
              <a:gd name="csY1" fmla="*/ 0 h 176972"/>
              <a:gd name="csX2" fmla="*/ 700624 w 700624"/>
              <a:gd name="csY2" fmla="*/ 0 h 176972"/>
              <a:gd name="csX3" fmla="*/ 700624 w 700624"/>
              <a:gd name="csY3" fmla="*/ 176972 h 176972"/>
              <a:gd name="csX4" fmla="*/ 343306 w 700624"/>
              <a:gd name="csY4" fmla="*/ 176972 h 176972"/>
              <a:gd name="csX5" fmla="*/ 0 w 700624"/>
              <a:gd name="csY5" fmla="*/ 176972 h 176972"/>
              <a:gd name="csX6" fmla="*/ 0 w 700624"/>
              <a:gd name="csY6" fmla="*/ 0 h 176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00624" h="176972" extrusionOk="0">
                <a:moveTo>
                  <a:pt x="0" y="0"/>
                </a:moveTo>
                <a:cubicBezTo>
                  <a:pt x="121405" y="12920"/>
                  <a:pt x="255817" y="-5864"/>
                  <a:pt x="336300" y="0"/>
                </a:cubicBezTo>
                <a:cubicBezTo>
                  <a:pt x="416783" y="5864"/>
                  <a:pt x="612469" y="-7464"/>
                  <a:pt x="700624" y="0"/>
                </a:cubicBezTo>
                <a:cubicBezTo>
                  <a:pt x="695259" y="58070"/>
                  <a:pt x="704468" y="125215"/>
                  <a:pt x="700624" y="176972"/>
                </a:cubicBezTo>
                <a:cubicBezTo>
                  <a:pt x="599766" y="178477"/>
                  <a:pt x="457892" y="189318"/>
                  <a:pt x="343306" y="176972"/>
                </a:cubicBezTo>
                <a:cubicBezTo>
                  <a:pt x="228720" y="164626"/>
                  <a:pt x="149450" y="178588"/>
                  <a:pt x="0" y="176972"/>
                </a:cubicBezTo>
                <a:cubicBezTo>
                  <a:pt x="-325" y="113539"/>
                  <a:pt x="1008" y="796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Dolar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R$ 5,49</a:t>
            </a:r>
          </a:p>
        </p:txBody>
      </p:sp>
      <p:sp>
        <p:nvSpPr>
          <p:cNvPr id="9" name="CaixaDeTexto 21">
            <a:extLst>
              <a:ext uri="{FF2B5EF4-FFF2-40B4-BE49-F238E27FC236}">
                <a16:creationId xmlns:a16="http://schemas.microsoft.com/office/drawing/2014/main" id="{F30D8D9B-E372-E283-6C81-0619850F568E}"/>
              </a:ext>
            </a:extLst>
          </p:cNvPr>
          <p:cNvSpPr txBox="1"/>
          <p:nvPr/>
        </p:nvSpPr>
        <p:spPr>
          <a:xfrm>
            <a:off x="49498" y="3648393"/>
            <a:ext cx="4979699" cy="1380026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OBJETIVO: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800"/>
              <a:t>Viabilizar o </a:t>
            </a:r>
            <a:r>
              <a:rPr lang="pt-BR" sz="800" err="1"/>
              <a:t>rollout</a:t>
            </a:r>
            <a:r>
              <a:rPr lang="pt-BR" sz="800"/>
              <a:t> sustentável do crédito ALPE na Rede Ativa, automatizando o fluxo de crédito dentro da jornada comercial para garantir agilidade, previsibilidade e escala (pedido - liberação - atendimento - faturamento), reduzindo a dependência do time financeiro para atuação apenas em exceções. </a:t>
            </a:r>
            <a:r>
              <a:rPr lang="pt-BR" sz="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aprovação/validação de crédito ocorra automaticamente dentro do ciclo de vendas (sem intervenção manual do financeiro).</a:t>
            </a:r>
          </a:p>
        </p:txBody>
      </p:sp>
      <p:sp>
        <p:nvSpPr>
          <p:cNvPr id="12" name="CaixaDeTexto 21">
            <a:extLst>
              <a:ext uri="{FF2B5EF4-FFF2-40B4-BE49-F238E27FC236}">
                <a16:creationId xmlns:a16="http://schemas.microsoft.com/office/drawing/2014/main" id="{C8CAC3F4-D32B-9C01-10CB-9CD902A16BC3}"/>
              </a:ext>
            </a:extLst>
          </p:cNvPr>
          <p:cNvSpPr txBox="1"/>
          <p:nvPr/>
        </p:nvSpPr>
        <p:spPr>
          <a:xfrm>
            <a:off x="5060388" y="1001988"/>
            <a:ext cx="4034112" cy="4026430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ESCOPO DO PROJETO:</a:t>
            </a:r>
          </a:p>
          <a:p>
            <a:r>
              <a:rPr lang="pt-BR"/>
              <a:t>Integrações e automação.</a:t>
            </a:r>
          </a:p>
          <a:p>
            <a:r>
              <a:rPr lang="pt-BR"/>
              <a:t>Automação do crédito ALPE no fluxo comercial da Rede Ativa:</a:t>
            </a:r>
          </a:p>
          <a:p>
            <a:pPr lvl="1"/>
            <a:r>
              <a:rPr lang="pt-BR" sz="800">
                <a:latin typeface="+mj-lt"/>
              </a:rPr>
              <a:t>consulta automática de limite/status no momento da venda; atualização automática do limite/status por eventos do processo (ex.: pedido, entrega, faturamento, cancelamento/estorno), conforme regra definida.</a:t>
            </a:r>
          </a:p>
          <a:p>
            <a:endParaRPr lang="pt-BR"/>
          </a:p>
          <a:p>
            <a:pPr lvl="1"/>
            <a:r>
              <a:rPr lang="pt-BR" sz="800" b="1">
                <a:latin typeface="+mj-lt"/>
              </a:rPr>
              <a:t>Integração com </a:t>
            </a:r>
            <a:r>
              <a:rPr lang="pt-BR" sz="800" b="1" err="1">
                <a:latin typeface="+mj-lt"/>
              </a:rPr>
              <a:t>Salesforce</a:t>
            </a:r>
            <a:r>
              <a:rPr lang="pt-BR" sz="800" b="1">
                <a:latin typeface="+mj-lt"/>
              </a:rPr>
              <a:t> para Rede Ativa:</a:t>
            </a:r>
          </a:p>
          <a:p>
            <a:pPr lvl="1"/>
            <a:r>
              <a:rPr lang="pt-BR" sz="800">
                <a:latin typeface="+mj-lt"/>
              </a:rPr>
              <a:t>Disponibilização de informações essenciais do ALPE para a jornada do vendedor na Rede (status/limite/condições aplicáveis).</a:t>
            </a:r>
          </a:p>
          <a:p>
            <a:pPr lvl="1"/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R="0" lvl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pt-BR" sz="80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Fora do escopo:</a:t>
            </a:r>
          </a:p>
          <a:p>
            <a:pPr marL="171450" marR="0" lvl="0" indent="-1714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Redesenho amplo de processos comerciais/financeiros fora do fluxo ALPE</a:t>
            </a:r>
          </a:p>
          <a:p>
            <a:pPr marL="171450" marR="0" lvl="0" indent="-1714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Mudanças estruturais em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pricing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, fiscal ou regras comerciais não relacionadas à modalidade ALPE.</a:t>
            </a:r>
          </a:p>
          <a:p>
            <a:pPr marL="171450" marR="0" lvl="0" indent="-1714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Alterações de infraestrutura corporativa que não sejam pré-requisito para as integrações</a:t>
            </a:r>
          </a:p>
          <a:p>
            <a:pPr marL="171450" marR="0" lvl="0" indent="-1714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Criação de novas modalidades de crédito além do modelo ALPE já definida</a:t>
            </a:r>
          </a:p>
          <a:p>
            <a:pPr marL="171450" marR="0" lvl="0" indent="-1714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80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CaixaDeTexto 21">
            <a:extLst>
              <a:ext uri="{FF2B5EF4-FFF2-40B4-BE49-F238E27FC236}">
                <a16:creationId xmlns:a16="http://schemas.microsoft.com/office/drawing/2014/main" id="{261FA918-7F79-E593-25FD-BCC52F087409}"/>
              </a:ext>
            </a:extLst>
          </p:cNvPr>
          <p:cNvSpPr txBox="1"/>
          <p:nvPr/>
        </p:nvSpPr>
        <p:spPr>
          <a:xfrm>
            <a:off x="49500" y="1000538"/>
            <a:ext cx="4979698" cy="1117020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Descrição do projeto: 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Implementação/Automatização Processos Financeiros via ALPE para Rede Ativa. O projeto elimina intervenções operacionais do time financeiro no dia a dia, mantendo atuação apenas em exceções, e viabiliza o </a:t>
            </a:r>
            <a:r>
              <a:rPr kumimoji="0" lang="pt-BR" sz="800" i="0" u="none" strike="noStrike" kern="0" cap="none" spc="0" normalizeH="0" baseline="0" noProof="0" dirty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rollout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da condição ALPE </a:t>
            </a:r>
            <a:r>
              <a:rPr lang="pt-BR" sz="800" dirty="0">
                <a:solidFill>
                  <a:srgbClr val="003B49"/>
                </a:solidFill>
                <a:latin typeface="Arial"/>
              </a:rPr>
              <a:t>para 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Rede Ativa, que exige velocidade e previsibilidade em toda a cadeia.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lvl="0">
              <a:defRPr/>
            </a:pPr>
            <a:r>
              <a:rPr lang="pt-BR" sz="800" dirty="0"/>
              <a:t>Data de inicio: </a:t>
            </a:r>
            <a:r>
              <a:rPr lang="pt-BR" sz="800" dirty="0" err="1"/>
              <a:t>Fev</a:t>
            </a:r>
            <a:r>
              <a:rPr lang="pt-BR" sz="800" dirty="0"/>
              <a:t>/2026</a:t>
            </a:r>
          </a:p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Data do fim: </a:t>
            </a:r>
            <a:r>
              <a:rPr lang="pt-BR" sz="800" dirty="0" err="1">
                <a:solidFill>
                  <a:srgbClr val="003B49"/>
                </a:solidFill>
                <a:latin typeface="Arial"/>
              </a:rPr>
              <a:t>Jun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/2026</a:t>
            </a:r>
          </a:p>
          <a:p>
            <a:pPr>
              <a:lnSpc>
                <a:spcPct val="150000"/>
              </a:lnSpc>
              <a:defRPr/>
            </a:pPr>
            <a:r>
              <a:rPr lang="pt-BR" sz="800" dirty="0">
                <a:solidFill>
                  <a:srgbClr val="003B49"/>
                </a:solidFill>
              </a:rPr>
              <a:t>Centro de custo: </a:t>
            </a:r>
            <a:r>
              <a:rPr lang="pt-BR" sz="800" dirty="0"/>
              <a:t>BACOI-GP51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69AB0D74-1C45-15EC-538C-5E00A9029E9C}"/>
              </a:ext>
            </a:extLst>
          </p:cNvPr>
          <p:cNvSpPr txBox="1"/>
          <p:nvPr/>
        </p:nvSpPr>
        <p:spPr>
          <a:xfrm>
            <a:off x="49499" y="2185152"/>
            <a:ext cx="4979698" cy="1556880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INVESTIMENTO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Corporativo (Diretoria de TI) = 500K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>
                <a:solidFill>
                  <a:srgbClr val="003B49"/>
                </a:solidFill>
                <a:latin typeface="Arial"/>
              </a:rPr>
              <a:t>Ganhos tangíveis: </a:t>
            </a:r>
            <a:r>
              <a:rPr lang="pt-BR" b="0">
                <a:solidFill>
                  <a:srgbClr val="003B49"/>
                </a:solidFill>
                <a:latin typeface="Arial"/>
              </a:rPr>
              <a:t>Redução de tempo de ciclo: queda significativa no tempo entre criação do pedido e liberação para atendimento/faturamento (menos espera por tratativa manual); Eliminação de retrabalho operacional: Redução de atividades manuais do financeiro; escalabilidade para </a:t>
            </a:r>
            <a:r>
              <a:rPr lang="pt-BR" b="0" err="1">
                <a:solidFill>
                  <a:srgbClr val="003B49"/>
                </a:solidFill>
                <a:latin typeface="Arial"/>
              </a:rPr>
              <a:t>rollout</a:t>
            </a:r>
            <a:r>
              <a:rPr lang="pt-BR" b="0">
                <a:solidFill>
                  <a:srgbClr val="003B49"/>
                </a:solidFill>
                <a:latin typeface="Arial"/>
              </a:rPr>
              <a:t> ALPE na rede Ativa.</a:t>
            </a:r>
            <a:endParaRPr lang="pt-BR">
              <a:solidFill>
                <a:srgbClr val="003B49"/>
              </a:solidFill>
              <a:latin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>
                <a:solidFill>
                  <a:srgbClr val="003B49"/>
                </a:solidFill>
                <a:latin typeface="Arial"/>
              </a:rPr>
              <a:t>Ganhos intangíveis: </a:t>
            </a:r>
            <a:r>
              <a:rPr lang="pt-BR" b="0">
                <a:solidFill>
                  <a:srgbClr val="003B49"/>
                </a:solidFill>
                <a:latin typeface="Arial"/>
              </a:rPr>
              <a:t>Melhoria da experiência do cliente (agilidade, previsibilidade e menor fricção no processo de compra); Fortalecimento do relacionamento comercial na Rede Ativa; Padronização corporativa: integração alinhada ao modelo de arquitetura do grupo.</a:t>
            </a: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962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0A4F3-9CD9-789D-E78C-137A17F2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8C907FD5-9EA3-79F2-2E51-0603E338BEC0}"/>
              </a:ext>
            </a:extLst>
          </p:cNvPr>
          <p:cNvSpPr txBox="1"/>
          <p:nvPr/>
        </p:nvSpPr>
        <p:spPr>
          <a:xfrm>
            <a:off x="-1" y="1"/>
            <a:ext cx="5645727" cy="724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ED1C24"/>
                </a:solidFill>
                <a:effectLst/>
                <a:uLnTx/>
                <a:uFillTx/>
                <a:latin typeface="VAG Rounded Std Thin" panose="020F0402020204020204" pitchFamily="34" charset="0"/>
                <a:cs typeface="Arial"/>
                <a:sym typeface="Arial"/>
              </a:rPr>
              <a:t>CAPEX TI 2025</a:t>
            </a:r>
          </a:p>
          <a:p>
            <a:pPr lvl="0">
              <a:lnSpc>
                <a:spcPct val="150000"/>
              </a:lnSpc>
              <a:defRPr/>
            </a:pPr>
            <a:r>
              <a:rPr lang="pt-BR" sz="1050" b="1">
                <a:solidFill>
                  <a:schemeClr val="tx1"/>
                </a:solidFill>
              </a:rPr>
              <a:t>SERVIÇO DE ATENDIMENTO AO CLIENTE (SAC) 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AG Rounded Std Thin" panose="020F0402020204020204" pitchFamily="34" charset="0"/>
              <a:cs typeface="Arial"/>
              <a:sym typeface="Arial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A1363E4-8B68-2F0E-AC1E-B24401B4DCFB}"/>
              </a:ext>
            </a:extLst>
          </p:cNvPr>
          <p:cNvCxnSpPr>
            <a:cxnSpLocks/>
          </p:cNvCxnSpPr>
          <p:nvPr/>
        </p:nvCxnSpPr>
        <p:spPr>
          <a:xfrm>
            <a:off x="-1" y="863562"/>
            <a:ext cx="596438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aixaDeTexto 21">
            <a:extLst>
              <a:ext uri="{FF2B5EF4-FFF2-40B4-BE49-F238E27FC236}">
                <a16:creationId xmlns:a16="http://schemas.microsoft.com/office/drawing/2014/main" id="{B6F0E609-C7E9-867A-A462-BDEC5D7E0ECB}"/>
              </a:ext>
            </a:extLst>
          </p:cNvPr>
          <p:cNvSpPr txBox="1"/>
          <p:nvPr/>
        </p:nvSpPr>
        <p:spPr>
          <a:xfrm>
            <a:off x="6192982" y="181749"/>
            <a:ext cx="1349066" cy="361637"/>
          </a:xfrm>
          <a:custGeom>
            <a:avLst/>
            <a:gdLst>
              <a:gd name="csX0" fmla="*/ 0 w 1349066"/>
              <a:gd name="csY0" fmla="*/ 0 h 361637"/>
              <a:gd name="csX1" fmla="*/ 701514 w 1349066"/>
              <a:gd name="csY1" fmla="*/ 0 h 361637"/>
              <a:gd name="csX2" fmla="*/ 1349066 w 1349066"/>
              <a:gd name="csY2" fmla="*/ 0 h 361637"/>
              <a:gd name="csX3" fmla="*/ 1349066 w 1349066"/>
              <a:gd name="csY3" fmla="*/ 361637 h 361637"/>
              <a:gd name="csX4" fmla="*/ 688024 w 1349066"/>
              <a:gd name="csY4" fmla="*/ 361637 h 361637"/>
              <a:gd name="csX5" fmla="*/ 0 w 1349066"/>
              <a:gd name="csY5" fmla="*/ 361637 h 361637"/>
              <a:gd name="csX6" fmla="*/ 0 w 1349066"/>
              <a:gd name="csY6" fmla="*/ 0 h 361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9066" h="361637" fill="none" extrusionOk="0">
                <a:moveTo>
                  <a:pt x="0" y="0"/>
                </a:moveTo>
                <a:cubicBezTo>
                  <a:pt x="278485" y="23246"/>
                  <a:pt x="506815" y="8310"/>
                  <a:pt x="701514" y="0"/>
                </a:cubicBezTo>
                <a:cubicBezTo>
                  <a:pt x="896213" y="-8310"/>
                  <a:pt x="1165699" y="14075"/>
                  <a:pt x="1349066" y="0"/>
                </a:cubicBezTo>
                <a:cubicBezTo>
                  <a:pt x="1366538" y="97087"/>
                  <a:pt x="1348519" y="281942"/>
                  <a:pt x="1349066" y="361637"/>
                </a:cubicBezTo>
                <a:cubicBezTo>
                  <a:pt x="1177994" y="357323"/>
                  <a:pt x="945356" y="392044"/>
                  <a:pt x="688024" y="361637"/>
                </a:cubicBezTo>
                <a:cubicBezTo>
                  <a:pt x="430692" y="331230"/>
                  <a:pt x="262140" y="348043"/>
                  <a:pt x="0" y="361637"/>
                </a:cubicBezTo>
                <a:cubicBezTo>
                  <a:pt x="8252" y="185485"/>
                  <a:pt x="1714" y="170020"/>
                  <a:pt x="0" y="0"/>
                </a:cubicBezTo>
                <a:close/>
              </a:path>
              <a:path w="1349066" h="361637" stroke="0" extrusionOk="0">
                <a:moveTo>
                  <a:pt x="0" y="0"/>
                </a:moveTo>
                <a:cubicBezTo>
                  <a:pt x="141058" y="-19683"/>
                  <a:pt x="435988" y="-10442"/>
                  <a:pt x="647552" y="0"/>
                </a:cubicBezTo>
                <a:cubicBezTo>
                  <a:pt x="859116" y="10442"/>
                  <a:pt x="1149969" y="8000"/>
                  <a:pt x="1349066" y="0"/>
                </a:cubicBezTo>
                <a:cubicBezTo>
                  <a:pt x="1360084" y="109602"/>
                  <a:pt x="1335241" y="241423"/>
                  <a:pt x="1349066" y="361637"/>
                </a:cubicBezTo>
                <a:cubicBezTo>
                  <a:pt x="1144194" y="380518"/>
                  <a:pt x="803933" y="344216"/>
                  <a:pt x="661042" y="361637"/>
                </a:cubicBezTo>
                <a:cubicBezTo>
                  <a:pt x="518151" y="379058"/>
                  <a:pt x="149710" y="377312"/>
                  <a:pt x="0" y="361637"/>
                </a:cubicBezTo>
                <a:cubicBezTo>
                  <a:pt x="-2245" y="270037"/>
                  <a:pt x="-5266" y="12412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TIPO: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CAPEX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VALOR TOTAL: </a:t>
            </a:r>
            <a:r>
              <a:rPr kumimoji="0" lang="pt-BR" sz="70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 400k (BRL)</a:t>
            </a:r>
          </a:p>
        </p:txBody>
      </p:sp>
      <p:sp>
        <p:nvSpPr>
          <p:cNvPr id="7" name="CaixaDeTexto 21">
            <a:extLst>
              <a:ext uri="{FF2B5EF4-FFF2-40B4-BE49-F238E27FC236}">
                <a16:creationId xmlns:a16="http://schemas.microsoft.com/office/drawing/2014/main" id="{2B0022BD-F7F1-8740-A890-DDF3F076CDFF}"/>
              </a:ext>
            </a:extLst>
          </p:cNvPr>
          <p:cNvSpPr txBox="1"/>
          <p:nvPr/>
        </p:nvSpPr>
        <p:spPr>
          <a:xfrm>
            <a:off x="8417339" y="25522"/>
            <a:ext cx="700624" cy="176972"/>
          </a:xfrm>
          <a:custGeom>
            <a:avLst/>
            <a:gdLst>
              <a:gd name="csX0" fmla="*/ 0 w 700624"/>
              <a:gd name="csY0" fmla="*/ 0 h 176972"/>
              <a:gd name="csX1" fmla="*/ 336300 w 700624"/>
              <a:gd name="csY1" fmla="*/ 0 h 176972"/>
              <a:gd name="csX2" fmla="*/ 700624 w 700624"/>
              <a:gd name="csY2" fmla="*/ 0 h 176972"/>
              <a:gd name="csX3" fmla="*/ 700624 w 700624"/>
              <a:gd name="csY3" fmla="*/ 176972 h 176972"/>
              <a:gd name="csX4" fmla="*/ 343306 w 700624"/>
              <a:gd name="csY4" fmla="*/ 176972 h 176972"/>
              <a:gd name="csX5" fmla="*/ 0 w 700624"/>
              <a:gd name="csY5" fmla="*/ 176972 h 176972"/>
              <a:gd name="csX6" fmla="*/ 0 w 700624"/>
              <a:gd name="csY6" fmla="*/ 0 h 176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00624" h="176972" extrusionOk="0">
                <a:moveTo>
                  <a:pt x="0" y="0"/>
                </a:moveTo>
                <a:cubicBezTo>
                  <a:pt x="121405" y="12920"/>
                  <a:pt x="255817" y="-5864"/>
                  <a:pt x="336300" y="0"/>
                </a:cubicBezTo>
                <a:cubicBezTo>
                  <a:pt x="416783" y="5864"/>
                  <a:pt x="612469" y="-7464"/>
                  <a:pt x="700624" y="0"/>
                </a:cubicBezTo>
                <a:cubicBezTo>
                  <a:pt x="695259" y="58070"/>
                  <a:pt x="704468" y="125215"/>
                  <a:pt x="700624" y="176972"/>
                </a:cubicBezTo>
                <a:cubicBezTo>
                  <a:pt x="599766" y="178477"/>
                  <a:pt x="457892" y="189318"/>
                  <a:pt x="343306" y="176972"/>
                </a:cubicBezTo>
                <a:cubicBezTo>
                  <a:pt x="228720" y="164626"/>
                  <a:pt x="149450" y="178588"/>
                  <a:pt x="0" y="176972"/>
                </a:cubicBezTo>
                <a:cubicBezTo>
                  <a:pt x="-325" y="113539"/>
                  <a:pt x="1008" y="796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Dolar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R$ 5,49</a:t>
            </a:r>
          </a:p>
        </p:txBody>
      </p:sp>
      <p:sp>
        <p:nvSpPr>
          <p:cNvPr id="9" name="CaixaDeTexto 21">
            <a:extLst>
              <a:ext uri="{FF2B5EF4-FFF2-40B4-BE49-F238E27FC236}">
                <a16:creationId xmlns:a16="http://schemas.microsoft.com/office/drawing/2014/main" id="{502FAD17-7AD1-80B6-861C-139DD88ABB03}"/>
              </a:ext>
            </a:extLst>
          </p:cNvPr>
          <p:cNvSpPr txBox="1"/>
          <p:nvPr/>
        </p:nvSpPr>
        <p:spPr>
          <a:xfrm>
            <a:off x="49499" y="3392556"/>
            <a:ext cx="4979699" cy="1635861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OBJETIVOS: </a:t>
            </a:r>
          </a:p>
          <a:p>
            <a:r>
              <a:rPr lang="pt-BR" sz="800"/>
              <a:t>Implementar um </a:t>
            </a:r>
            <a:r>
              <a:rPr lang="pt-BR" sz="800" err="1"/>
              <a:t>chatbot</a:t>
            </a:r>
            <a:r>
              <a:rPr lang="pt-BR" sz="800"/>
              <a:t> com elementos de IA no site institucional para:</a:t>
            </a:r>
          </a:p>
          <a:p>
            <a:endParaRPr lang="pt-BR" sz="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/>
              <a:t>Aumentar a resolução no primeiro nível sem intervenção humana.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/>
              <a:t>Reduzir o volume e o custo operacional do atendimento humano, por meio de triagem e transbordo inteligente.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/>
              <a:t>Pré-qualificar leads de intenção de compra antes do repasse ao time humano, aumentando a produtividade e a taxa de conversão.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/>
              <a:t>Direcionar automaticamente as demandas para filas específicas de SAC e Pré-Vendas.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/>
              <a:t>Centralizar dados no CRM, garantindo rastreabilidade, histórico e gestão estratégica dos atendimentos.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800"/>
              <a:t>Gerar insights estratégicos por meio de relatórios e dashboards, apoiando decisões comerciais, logísticas e de marketing.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</a:t>
            </a:r>
          </a:p>
        </p:txBody>
      </p:sp>
      <p:sp>
        <p:nvSpPr>
          <p:cNvPr id="12" name="CaixaDeTexto 21">
            <a:extLst>
              <a:ext uri="{FF2B5EF4-FFF2-40B4-BE49-F238E27FC236}">
                <a16:creationId xmlns:a16="http://schemas.microsoft.com/office/drawing/2014/main" id="{B9696F5D-E7A2-584F-859E-315BABD037CB}"/>
              </a:ext>
            </a:extLst>
          </p:cNvPr>
          <p:cNvSpPr txBox="1"/>
          <p:nvPr/>
        </p:nvSpPr>
        <p:spPr>
          <a:xfrm>
            <a:off x="5060388" y="906751"/>
            <a:ext cx="4034112" cy="4121667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ESCOPO DO PROJETO:</a:t>
            </a:r>
          </a:p>
          <a:p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O projeto contempla o desenvolvimento de um </a:t>
            </a:r>
            <a:r>
              <a:rPr kumimoji="0" lang="pt-BR" b="0" i="0" u="none" strike="noStrike" kern="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chatbot</a:t>
            </a:r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 conversacional híbrido (IA + humano) para atendimento automatizado no site institucional da Belgo Arames, cobrindo demandas como compras, dúvidas, fornecedores, financeiro, logística, certificados, recursos humanos, marketing, resolver um problema, elogio e sugestão.</a:t>
            </a:r>
          </a:p>
          <a:p>
            <a:endParaRPr kumimoji="0" lang="pt-BR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ea typeface="+mn-ea"/>
              <a:cs typeface="Arial" panose="020B0604020202020204" pitchFamily="34" charset="0"/>
              <a:sym typeface="Arial"/>
            </a:endParaRPr>
          </a:p>
          <a:p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O sistema contará com transbordo inteligente para atendimento humano quando solicitado ou quando a IA não resolver a demanda em até duas tentativas. Também será realizada a pré-qualificação de leads por IA, com perguntas adaptadas aos macros segmentos Agronegócio, Cercamento Urbano, Protec | NR12 e Geotecnia, e direcionamento automático para filas específicas de SAC e Pré-Vendas. </a:t>
            </a:r>
          </a:p>
          <a:p>
            <a:endParaRPr lang="pt-BR" b="0">
              <a:solidFill>
                <a:srgbClr val="003B49"/>
              </a:solidFill>
            </a:endParaRPr>
          </a:p>
          <a:p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As integrações incluem CRM </a:t>
            </a:r>
            <a:r>
              <a:rPr kumimoji="0" lang="pt-BR" b="0" i="0" u="none" strike="noStrike" kern="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Salesforce</a:t>
            </a:r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 para registro automático de casos, histórico de conversas, direcionamento de filas e dashboards. O projeto prevê métricas como taxa de resolução </a:t>
            </a:r>
            <a:r>
              <a:rPr lang="pt-BR" b="0">
                <a:solidFill>
                  <a:srgbClr val="003B49"/>
                </a:solidFill>
              </a:rPr>
              <a:t>no nível 1, </a:t>
            </a:r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volume de transbordos, motivos de contato, intenção de compra por segmento, além do monitoramento de SLA (48h) e qualidade das interações da IA. A experiência será aprimorada com atendimento 24/7, interface intuitiva e responsiva, personalização de linguagem, consentimento e tratamento de dados conforme LGPD e segurança da informação.</a:t>
            </a:r>
          </a:p>
        </p:txBody>
      </p:sp>
      <p:sp>
        <p:nvSpPr>
          <p:cNvPr id="3" name="CaixaDeTexto 21">
            <a:extLst>
              <a:ext uri="{FF2B5EF4-FFF2-40B4-BE49-F238E27FC236}">
                <a16:creationId xmlns:a16="http://schemas.microsoft.com/office/drawing/2014/main" id="{2D731F91-66A1-3026-0A9E-EE203B427681}"/>
              </a:ext>
            </a:extLst>
          </p:cNvPr>
          <p:cNvSpPr txBox="1"/>
          <p:nvPr/>
        </p:nvSpPr>
        <p:spPr>
          <a:xfrm>
            <a:off x="49499" y="906751"/>
            <a:ext cx="4979698" cy="1147333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kumimoji="0" lang="pt-BR" sz="800" b="1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Descrição do projeto:</a:t>
            </a:r>
            <a:r>
              <a:rPr lang="pt-BR" sz="800" b="1" dirty="0">
                <a:solidFill>
                  <a:srgbClr val="003B49"/>
                </a:solidFill>
                <a:latin typeface="Arial"/>
                <a:cs typeface="Arial"/>
              </a:rPr>
              <a:t> </a:t>
            </a:r>
            <a:r>
              <a:rPr lang="pt-BR" sz="800" dirty="0">
                <a:solidFill>
                  <a:srgbClr val="003B49"/>
                </a:solidFill>
                <a:latin typeface="Arial"/>
                <a:cs typeface="Arial"/>
              </a:rPr>
              <a:t>implementação da Bel, uma assistente virtual com autoatendimento e elementos de Inteligência Artificial, integrada ao CRM </a:t>
            </a:r>
            <a:r>
              <a:rPr lang="pt-BR" sz="800" dirty="0" err="1">
                <a:solidFill>
                  <a:srgbClr val="003B49"/>
                </a:solidFill>
                <a:latin typeface="Arial"/>
                <a:cs typeface="Arial"/>
              </a:rPr>
              <a:t>Salesforce</a:t>
            </a:r>
            <a:r>
              <a:rPr lang="pt-BR" sz="800" dirty="0">
                <a:solidFill>
                  <a:srgbClr val="003B49"/>
                </a:solidFill>
                <a:latin typeface="Arial"/>
                <a:cs typeface="Arial"/>
              </a:rPr>
              <a:t>, para atuar em </a:t>
            </a:r>
            <a:r>
              <a:rPr lang="pt-BR" sz="800" dirty="0" err="1">
                <a:solidFill>
                  <a:srgbClr val="003B49"/>
                </a:solidFill>
                <a:latin typeface="Arial"/>
                <a:cs typeface="Arial"/>
              </a:rPr>
              <a:t>chatbot</a:t>
            </a:r>
            <a:r>
              <a:rPr lang="pt-BR" sz="800" dirty="0">
                <a:solidFill>
                  <a:srgbClr val="003B49"/>
                </a:solidFill>
                <a:latin typeface="Arial"/>
                <a:cs typeface="Arial"/>
              </a:rPr>
              <a:t> no site institucional da Belgo Arames.</a:t>
            </a:r>
          </a:p>
          <a:p>
            <a:pPr>
              <a:lnSpc>
                <a:spcPct val="150000"/>
              </a:lnSpc>
              <a:defRPr/>
            </a:pPr>
            <a:r>
              <a:rPr lang="pt-BR" sz="800" dirty="0">
                <a:cs typeface="Arial"/>
              </a:rPr>
              <a:t>Data de inicio: </a:t>
            </a:r>
            <a:r>
              <a:rPr lang="pt-BR" sz="800" dirty="0" err="1">
                <a:cs typeface="Arial"/>
              </a:rPr>
              <a:t>Fev</a:t>
            </a:r>
            <a:r>
              <a:rPr lang="pt-BR" sz="800" dirty="0">
                <a:cs typeface="Arial"/>
              </a:rPr>
              <a:t>/2026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Data do fim: </a:t>
            </a:r>
            <a:r>
              <a:rPr lang="pt-BR" sz="800" dirty="0" err="1">
                <a:solidFill>
                  <a:srgbClr val="003B49"/>
                </a:solidFill>
                <a:latin typeface="Arial"/>
                <a:cs typeface="Arial"/>
              </a:rPr>
              <a:t>Jun</a:t>
            </a:r>
            <a:r>
              <a:rPr lang="pt-BR" sz="800" dirty="0">
                <a:solidFill>
                  <a:srgbClr val="003B49"/>
                </a:solidFill>
                <a:latin typeface="Arial"/>
                <a:cs typeface="Arial"/>
              </a:rPr>
              <a:t>/2026</a:t>
            </a:r>
            <a:endParaRPr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cs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pt-BR" sz="800" dirty="0">
                <a:solidFill>
                  <a:srgbClr val="003B49"/>
                </a:solidFill>
                <a:cs typeface="Arial"/>
              </a:rPr>
              <a:t>Centro de custo: </a:t>
            </a:r>
            <a:r>
              <a:rPr lang="pt-BR" sz="800" dirty="0">
                <a:cs typeface="Arial"/>
              </a:rPr>
              <a:t>BACOI-GP51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9CAF54C-804A-D2CC-3534-3BE71F662662}"/>
              </a:ext>
            </a:extLst>
          </p:cNvPr>
          <p:cNvSpPr txBox="1"/>
          <p:nvPr/>
        </p:nvSpPr>
        <p:spPr>
          <a:xfrm>
            <a:off x="49499" y="2093843"/>
            <a:ext cx="4979698" cy="1258956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INVESTIMENTO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Corporativo (Diretoria de TI) = 400k 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b="0">
                <a:solidFill>
                  <a:srgbClr val="003B49"/>
                </a:solidFill>
                <a:latin typeface="Arial"/>
              </a:rPr>
              <a:t>Ganhos tangíveis: eficiência operacional, performance comercial, gestão e dados, disponibilidade para atendimento 24/7.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b="0">
                <a:solidFill>
                  <a:srgbClr val="003B49"/>
                </a:solidFill>
                <a:latin typeface="Arial"/>
              </a:rPr>
              <a:t>Ganhos intangíveis: experiência do cliente, reputação e marca. </a:t>
            </a: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191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9AB0A-6CA1-21C6-59EE-BF83042D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635AC9DA-6893-21BE-86FF-62250C436BB2}"/>
              </a:ext>
            </a:extLst>
          </p:cNvPr>
          <p:cNvSpPr txBox="1"/>
          <p:nvPr/>
        </p:nvSpPr>
        <p:spPr>
          <a:xfrm>
            <a:off x="-1" y="1"/>
            <a:ext cx="5645727" cy="72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ED1C24"/>
                </a:solidFill>
                <a:effectLst/>
                <a:uLnTx/>
                <a:uFillTx/>
                <a:latin typeface="VAG Rounded Std Thin" panose="020F0402020204020204" pitchFamily="34" charset="0"/>
                <a:cs typeface="Arial"/>
                <a:sym typeface="Arial"/>
              </a:rPr>
              <a:t>CAPEX TI 2025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050" b="1">
                <a:solidFill>
                  <a:srgbClr val="003B49"/>
                </a:solidFill>
                <a:latin typeface="VAG Rounded Std Thin" panose="020F0402020204020204" pitchFamily="34" charset="0"/>
              </a:rPr>
              <a:t>PORTAL DO CLIENTE WEB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VAG Rounded Std Thin" panose="020F0402020204020204" pitchFamily="34" charset="0"/>
              <a:cs typeface="Arial"/>
              <a:sym typeface="Arial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ACA7E3C-2FD6-B0D9-50EE-DBB164AEA02E}"/>
              </a:ext>
            </a:extLst>
          </p:cNvPr>
          <p:cNvCxnSpPr>
            <a:cxnSpLocks/>
          </p:cNvCxnSpPr>
          <p:nvPr/>
        </p:nvCxnSpPr>
        <p:spPr>
          <a:xfrm>
            <a:off x="-1" y="863562"/>
            <a:ext cx="596438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aixaDeTexto 21">
            <a:extLst>
              <a:ext uri="{FF2B5EF4-FFF2-40B4-BE49-F238E27FC236}">
                <a16:creationId xmlns:a16="http://schemas.microsoft.com/office/drawing/2014/main" id="{329C0BEB-C7DB-45D6-66C3-9B7D01E4D1BC}"/>
              </a:ext>
            </a:extLst>
          </p:cNvPr>
          <p:cNvSpPr txBox="1"/>
          <p:nvPr/>
        </p:nvSpPr>
        <p:spPr>
          <a:xfrm>
            <a:off x="6192982" y="181749"/>
            <a:ext cx="1349066" cy="361637"/>
          </a:xfrm>
          <a:custGeom>
            <a:avLst/>
            <a:gdLst>
              <a:gd name="csX0" fmla="*/ 0 w 1349066"/>
              <a:gd name="csY0" fmla="*/ 0 h 361637"/>
              <a:gd name="csX1" fmla="*/ 701514 w 1349066"/>
              <a:gd name="csY1" fmla="*/ 0 h 361637"/>
              <a:gd name="csX2" fmla="*/ 1349066 w 1349066"/>
              <a:gd name="csY2" fmla="*/ 0 h 361637"/>
              <a:gd name="csX3" fmla="*/ 1349066 w 1349066"/>
              <a:gd name="csY3" fmla="*/ 361637 h 361637"/>
              <a:gd name="csX4" fmla="*/ 688024 w 1349066"/>
              <a:gd name="csY4" fmla="*/ 361637 h 361637"/>
              <a:gd name="csX5" fmla="*/ 0 w 1349066"/>
              <a:gd name="csY5" fmla="*/ 361637 h 361637"/>
              <a:gd name="csX6" fmla="*/ 0 w 1349066"/>
              <a:gd name="csY6" fmla="*/ 0 h 361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9066" h="361637" fill="none" extrusionOk="0">
                <a:moveTo>
                  <a:pt x="0" y="0"/>
                </a:moveTo>
                <a:cubicBezTo>
                  <a:pt x="278485" y="23246"/>
                  <a:pt x="506815" y="8310"/>
                  <a:pt x="701514" y="0"/>
                </a:cubicBezTo>
                <a:cubicBezTo>
                  <a:pt x="896213" y="-8310"/>
                  <a:pt x="1165699" y="14075"/>
                  <a:pt x="1349066" y="0"/>
                </a:cubicBezTo>
                <a:cubicBezTo>
                  <a:pt x="1366538" y="97087"/>
                  <a:pt x="1348519" y="281942"/>
                  <a:pt x="1349066" y="361637"/>
                </a:cubicBezTo>
                <a:cubicBezTo>
                  <a:pt x="1177994" y="357323"/>
                  <a:pt x="945356" y="392044"/>
                  <a:pt x="688024" y="361637"/>
                </a:cubicBezTo>
                <a:cubicBezTo>
                  <a:pt x="430692" y="331230"/>
                  <a:pt x="262140" y="348043"/>
                  <a:pt x="0" y="361637"/>
                </a:cubicBezTo>
                <a:cubicBezTo>
                  <a:pt x="8252" y="185485"/>
                  <a:pt x="1714" y="170020"/>
                  <a:pt x="0" y="0"/>
                </a:cubicBezTo>
                <a:close/>
              </a:path>
              <a:path w="1349066" h="361637" stroke="0" extrusionOk="0">
                <a:moveTo>
                  <a:pt x="0" y="0"/>
                </a:moveTo>
                <a:cubicBezTo>
                  <a:pt x="141058" y="-19683"/>
                  <a:pt x="435988" y="-10442"/>
                  <a:pt x="647552" y="0"/>
                </a:cubicBezTo>
                <a:cubicBezTo>
                  <a:pt x="859116" y="10442"/>
                  <a:pt x="1149969" y="8000"/>
                  <a:pt x="1349066" y="0"/>
                </a:cubicBezTo>
                <a:cubicBezTo>
                  <a:pt x="1360084" y="109602"/>
                  <a:pt x="1335241" y="241423"/>
                  <a:pt x="1349066" y="361637"/>
                </a:cubicBezTo>
                <a:cubicBezTo>
                  <a:pt x="1144194" y="380518"/>
                  <a:pt x="803933" y="344216"/>
                  <a:pt x="661042" y="361637"/>
                </a:cubicBezTo>
                <a:cubicBezTo>
                  <a:pt x="518151" y="379058"/>
                  <a:pt x="149710" y="377312"/>
                  <a:pt x="0" y="361637"/>
                </a:cubicBezTo>
                <a:cubicBezTo>
                  <a:pt x="-2245" y="270037"/>
                  <a:pt x="-5266" y="12412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TIPO: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CAPEX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VALOR TOTAL: </a:t>
            </a:r>
            <a:r>
              <a:rPr kumimoji="0" lang="pt-BR" sz="70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R$55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0K (BRL)</a:t>
            </a:r>
          </a:p>
        </p:txBody>
      </p:sp>
      <p:sp>
        <p:nvSpPr>
          <p:cNvPr id="7" name="CaixaDeTexto 21">
            <a:extLst>
              <a:ext uri="{FF2B5EF4-FFF2-40B4-BE49-F238E27FC236}">
                <a16:creationId xmlns:a16="http://schemas.microsoft.com/office/drawing/2014/main" id="{D90146A7-2384-C170-6C5B-F423186DCCCD}"/>
              </a:ext>
            </a:extLst>
          </p:cNvPr>
          <p:cNvSpPr txBox="1"/>
          <p:nvPr/>
        </p:nvSpPr>
        <p:spPr>
          <a:xfrm>
            <a:off x="8417339" y="25522"/>
            <a:ext cx="700624" cy="176972"/>
          </a:xfrm>
          <a:custGeom>
            <a:avLst/>
            <a:gdLst>
              <a:gd name="csX0" fmla="*/ 0 w 700624"/>
              <a:gd name="csY0" fmla="*/ 0 h 176972"/>
              <a:gd name="csX1" fmla="*/ 336300 w 700624"/>
              <a:gd name="csY1" fmla="*/ 0 h 176972"/>
              <a:gd name="csX2" fmla="*/ 700624 w 700624"/>
              <a:gd name="csY2" fmla="*/ 0 h 176972"/>
              <a:gd name="csX3" fmla="*/ 700624 w 700624"/>
              <a:gd name="csY3" fmla="*/ 176972 h 176972"/>
              <a:gd name="csX4" fmla="*/ 343306 w 700624"/>
              <a:gd name="csY4" fmla="*/ 176972 h 176972"/>
              <a:gd name="csX5" fmla="*/ 0 w 700624"/>
              <a:gd name="csY5" fmla="*/ 176972 h 176972"/>
              <a:gd name="csX6" fmla="*/ 0 w 700624"/>
              <a:gd name="csY6" fmla="*/ 0 h 176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00624" h="176972" extrusionOk="0">
                <a:moveTo>
                  <a:pt x="0" y="0"/>
                </a:moveTo>
                <a:cubicBezTo>
                  <a:pt x="121405" y="12920"/>
                  <a:pt x="255817" y="-5864"/>
                  <a:pt x="336300" y="0"/>
                </a:cubicBezTo>
                <a:cubicBezTo>
                  <a:pt x="416783" y="5864"/>
                  <a:pt x="612469" y="-7464"/>
                  <a:pt x="700624" y="0"/>
                </a:cubicBezTo>
                <a:cubicBezTo>
                  <a:pt x="695259" y="58070"/>
                  <a:pt x="704468" y="125215"/>
                  <a:pt x="700624" y="176972"/>
                </a:cubicBezTo>
                <a:cubicBezTo>
                  <a:pt x="599766" y="178477"/>
                  <a:pt x="457892" y="189318"/>
                  <a:pt x="343306" y="176972"/>
                </a:cubicBezTo>
                <a:cubicBezTo>
                  <a:pt x="228720" y="164626"/>
                  <a:pt x="149450" y="178588"/>
                  <a:pt x="0" y="176972"/>
                </a:cubicBezTo>
                <a:cubicBezTo>
                  <a:pt x="-325" y="113539"/>
                  <a:pt x="1008" y="796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Dolar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R$ 5,49</a:t>
            </a:r>
          </a:p>
        </p:txBody>
      </p:sp>
      <p:sp>
        <p:nvSpPr>
          <p:cNvPr id="9" name="CaixaDeTexto 21">
            <a:extLst>
              <a:ext uri="{FF2B5EF4-FFF2-40B4-BE49-F238E27FC236}">
                <a16:creationId xmlns:a16="http://schemas.microsoft.com/office/drawing/2014/main" id="{F7DB710D-C645-8B9D-A736-A33D65964E88}"/>
              </a:ext>
            </a:extLst>
          </p:cNvPr>
          <p:cNvSpPr txBox="1"/>
          <p:nvPr/>
        </p:nvSpPr>
        <p:spPr>
          <a:xfrm>
            <a:off x="49497" y="4493393"/>
            <a:ext cx="4979699" cy="545645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lnSpc>
                <a:spcPct val="200000"/>
              </a:lnSpc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OBJETIVO: </a:t>
            </a:r>
            <a:r>
              <a:rPr lang="pt-BR" sz="800">
                <a:latin typeface="Segoe UI" panose="020B0502040204020203" pitchFamily="34" charset="0"/>
              </a:rPr>
              <a:t>Criar um </a:t>
            </a:r>
            <a:r>
              <a:rPr lang="pt-BR" sz="800" b="1">
                <a:latin typeface="Segoe UI" panose="020B0502040204020203" pitchFamily="34" charset="0"/>
              </a:rPr>
              <a:t>Portal do Cliente</a:t>
            </a:r>
            <a:r>
              <a:rPr lang="pt-BR" sz="800">
                <a:latin typeface="Segoe UI" panose="020B0502040204020203" pitchFamily="34" charset="0"/>
              </a:rPr>
              <a:t> que ofereça autonomia, conveniência e acesso rápido às informações, fortalecendo o relacionamento digital com a empresa e reduzindo custos operacionais.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CaixaDeTexto 21">
            <a:extLst>
              <a:ext uri="{FF2B5EF4-FFF2-40B4-BE49-F238E27FC236}">
                <a16:creationId xmlns:a16="http://schemas.microsoft.com/office/drawing/2014/main" id="{57D9F197-06F5-1B0B-26A8-E4F1ACC6D9C0}"/>
              </a:ext>
            </a:extLst>
          </p:cNvPr>
          <p:cNvSpPr txBox="1"/>
          <p:nvPr/>
        </p:nvSpPr>
        <p:spPr>
          <a:xfrm>
            <a:off x="5060388" y="1001988"/>
            <a:ext cx="4034112" cy="4026430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ESCOPO DO PROJETO:</a:t>
            </a:r>
          </a:p>
          <a:p>
            <a:r>
              <a:rPr lang="pt-BR" b="0"/>
              <a:t>O projeto consiste na implantação de um Portal de Clientes corporativo, com o objetivo de centralizar o acesso dos clientes a informações e serviços essenciais. Por meio do portal, os clientes poderão consultar dados gerais e de contato, acessar informações financeiras, emitir segunda via de documentos, solicitar cotações, consultar pedidos e acompanhar seu status e tracking, a partir de informações já disponíveis nos sistemas corporativos.</a:t>
            </a:r>
          </a:p>
          <a:p>
            <a:r>
              <a:rPr lang="pt-BR" b="0"/>
              <a:t>Adicionalmente, o portal permitirá o registro e acompanhamento de ocorrências, oferecendo um canal digital padronizado para solicitações, dúvidas e problemas, reduzindo a dependência de atendimentos manuais. </a:t>
            </a:r>
          </a:p>
          <a:p>
            <a:r>
              <a:rPr lang="pt-BR"/>
              <a:t>Em resumo: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pt-BR" b="0"/>
              <a:t>Facilitar o acesso às informações comerciais e financeiras.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pt-BR" b="0"/>
              <a:t>Reduzir a dependência de atendimento humano, aumentando a eficiência operacional.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pt-BR" b="0"/>
              <a:t>Melhorar a experiência do cliente com processos digitais intuitivos.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pt-BR" b="0"/>
              <a:t>Garantir segurança e confiabilidade nos dados e transações.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ea typeface="+mn-ea"/>
              <a:cs typeface="Arial" panose="020B0604020202020204" pitchFamily="34" charset="0"/>
              <a:sym typeface="Arial"/>
            </a:endParaRPr>
          </a:p>
          <a:p>
            <a:pPr algn="l" fontAlgn="t">
              <a:lnSpc>
                <a:spcPts val="1500"/>
              </a:lnSpc>
            </a:pPr>
            <a:r>
              <a:rPr lang="pt-BR" noProof="0">
                <a:solidFill>
                  <a:srgbClr val="003B49"/>
                </a:solidFill>
              </a:rPr>
              <a:t>Fora do escopo desta entrega:</a:t>
            </a:r>
          </a:p>
          <a:p>
            <a:pPr marL="171450" indent="-171450" algn="l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kumimoji="0" lang="pt-BR" sz="800" b="0" i="0" u="none" strike="noStrike" kern="0" cap="none" spc="0" normalizeH="0" baseline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ea typeface="+mn-ea"/>
                <a:cs typeface="Arial" panose="020B0604020202020204" pitchFamily="34" charset="0"/>
                <a:sym typeface="Arial"/>
              </a:rPr>
              <a:t>Aplicativo mobile;</a:t>
            </a:r>
          </a:p>
          <a:p>
            <a:pPr marL="171450" indent="-171450" algn="l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pt-BR" b="0" noProof="0">
                <a:solidFill>
                  <a:srgbClr val="003B49"/>
                </a:solidFill>
              </a:rPr>
              <a:t>Redesenho de processos </a:t>
            </a:r>
            <a:r>
              <a:rPr lang="pt-BR" b="0">
                <a:solidFill>
                  <a:srgbClr val="003B49"/>
                </a:solidFill>
              </a:rPr>
              <a:t>e integrações existentes.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</a:b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</a:b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3" name="CaixaDeTexto 21">
            <a:extLst>
              <a:ext uri="{FF2B5EF4-FFF2-40B4-BE49-F238E27FC236}">
                <a16:creationId xmlns:a16="http://schemas.microsoft.com/office/drawing/2014/main" id="{78E92613-C858-5AE2-1860-D0D230E3427B}"/>
              </a:ext>
            </a:extLst>
          </p:cNvPr>
          <p:cNvSpPr txBox="1"/>
          <p:nvPr/>
        </p:nvSpPr>
        <p:spPr>
          <a:xfrm>
            <a:off x="49497" y="1000540"/>
            <a:ext cx="4979698" cy="1329414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lvl="0" algn="l">
              <a:lnSpc>
                <a:spcPct val="150000"/>
              </a:lnSpc>
              <a:defRPr/>
            </a:pPr>
            <a:r>
              <a:rPr kumimoji="0" lang="pt-BR" sz="800" b="1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Descrição do projeto: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</a:t>
            </a:r>
            <a:r>
              <a:rPr lang="pt-BR" sz="800" dirty="0">
                <a:solidFill>
                  <a:srgbClr val="003B49"/>
                </a:solidFill>
              </a:rPr>
              <a:t>O Portal do Cliente será uma plataforma digital centralizada, desenvolvida para oferecer aos clientes uma experiência moderna, prática e personalizada. Seu objetivo é fortalecer o relacionamento com os usuários, proporcionando autonomia e acesso rápido às informações e serviços essenciais.</a:t>
            </a: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lvl="0" algn="l">
              <a:lnSpc>
                <a:spcPct val="150000"/>
              </a:lnSpc>
              <a:defRPr/>
            </a:pPr>
            <a:r>
              <a:rPr lang="pt-BR" sz="800" dirty="0"/>
              <a:t>Data de inicio: </a:t>
            </a:r>
            <a:r>
              <a:rPr lang="pt-BR" sz="800" dirty="0" err="1"/>
              <a:t>Jun</a:t>
            </a:r>
            <a:r>
              <a:rPr lang="pt-BR" sz="800" dirty="0"/>
              <a:t>/2026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Data do fim: Dez/2026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800" dirty="0">
                <a:solidFill>
                  <a:srgbClr val="003B49"/>
                </a:solidFill>
              </a:rPr>
              <a:t>Centro de custo: </a:t>
            </a:r>
            <a:r>
              <a:rPr lang="pt-BR" sz="800" dirty="0"/>
              <a:t>BACOI-GP51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3E73CA6-F062-ABE5-A841-4B9CB2C29607}"/>
              </a:ext>
            </a:extLst>
          </p:cNvPr>
          <p:cNvSpPr txBox="1"/>
          <p:nvPr/>
        </p:nvSpPr>
        <p:spPr>
          <a:xfrm>
            <a:off x="49497" y="2357768"/>
            <a:ext cx="4979698" cy="2107811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INVESTIMENTO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Corporativo (Diretoria de TI) = R$</a:t>
            </a:r>
            <a:r>
              <a:rPr lang="pt-BR" b="0">
                <a:solidFill>
                  <a:srgbClr val="003B49"/>
                </a:solidFill>
                <a:latin typeface="Arial"/>
              </a:rPr>
              <a:t>55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0K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>
                <a:solidFill>
                  <a:srgbClr val="003B49"/>
                </a:solidFill>
                <a:latin typeface="Arial"/>
              </a:rPr>
              <a:t>Ganhos tangíveis</a:t>
            </a:r>
            <a:r>
              <a:rPr lang="pt-BR" b="0">
                <a:solidFill>
                  <a:srgbClr val="003B49"/>
                </a:solidFill>
                <a:latin typeface="Arial"/>
              </a:rPr>
              <a:t>: </a:t>
            </a:r>
            <a:r>
              <a:rPr lang="pt-BR" sz="700">
                <a:solidFill>
                  <a:srgbClr val="003B49"/>
                </a:solidFill>
              </a:rPr>
              <a:t>Redução de custos operacionais</a:t>
            </a:r>
            <a:r>
              <a:rPr lang="pt-BR" sz="700" b="0">
                <a:solidFill>
                  <a:srgbClr val="003B49"/>
                </a:solidFill>
              </a:rPr>
              <a:t> de atendimento; </a:t>
            </a:r>
            <a:r>
              <a:rPr lang="pt-BR" sz="700">
                <a:solidFill>
                  <a:srgbClr val="003B49"/>
                </a:solidFill>
              </a:rPr>
              <a:t>Ganho de produtividade</a:t>
            </a:r>
            <a:r>
              <a:rPr lang="pt-BR" sz="700" b="0">
                <a:solidFill>
                  <a:srgbClr val="003B49"/>
                </a:solidFill>
              </a:rPr>
              <a:t> das equipes internas; </a:t>
            </a:r>
            <a:r>
              <a:rPr lang="pt-BR" sz="700">
                <a:solidFill>
                  <a:srgbClr val="003B49"/>
                </a:solidFill>
              </a:rPr>
              <a:t>Aumento da eficiência no atendimento </a:t>
            </a:r>
            <a:r>
              <a:rPr lang="pt-BR" sz="700" b="0">
                <a:solidFill>
                  <a:srgbClr val="003B49"/>
                </a:solidFill>
              </a:rPr>
              <a:t>ao cliente; </a:t>
            </a:r>
            <a:r>
              <a:rPr lang="pt-BR" sz="700">
                <a:solidFill>
                  <a:srgbClr val="003B49"/>
                </a:solidFill>
              </a:rPr>
              <a:t>Redução de retrabalho </a:t>
            </a:r>
            <a:r>
              <a:rPr lang="pt-BR" sz="700" b="0">
                <a:solidFill>
                  <a:srgbClr val="003B49"/>
                </a:solidFill>
              </a:rPr>
              <a:t>e erros operacionais; </a:t>
            </a:r>
            <a:r>
              <a:rPr lang="pt-BR" sz="700">
                <a:solidFill>
                  <a:srgbClr val="003B49"/>
                </a:solidFill>
              </a:rPr>
              <a:t>Otimização do tempo </a:t>
            </a:r>
            <a:r>
              <a:rPr lang="pt-BR" sz="700" b="0">
                <a:solidFill>
                  <a:srgbClr val="003B49"/>
                </a:solidFill>
              </a:rPr>
              <a:t>de resposta ao cliente; </a:t>
            </a:r>
            <a:r>
              <a:rPr lang="pt-BR" sz="700">
                <a:solidFill>
                  <a:srgbClr val="003B49"/>
                </a:solidFill>
              </a:rPr>
              <a:t>Escalabilidade </a:t>
            </a:r>
            <a:r>
              <a:rPr lang="pt-BR">
                <a:solidFill>
                  <a:srgbClr val="003B49"/>
                </a:solidFill>
              </a:rPr>
              <a:t>do atendimento </a:t>
            </a:r>
            <a:r>
              <a:rPr lang="pt-BR" b="0">
                <a:solidFill>
                  <a:srgbClr val="003B49"/>
                </a:solidFill>
              </a:rPr>
              <a:t>sem aumento proporcional de custos; </a:t>
            </a:r>
            <a:r>
              <a:rPr lang="pt-BR">
                <a:solidFill>
                  <a:srgbClr val="003B49"/>
                </a:solidFill>
              </a:rPr>
              <a:t>Aproveitamento de sistemas </a:t>
            </a:r>
            <a:r>
              <a:rPr lang="pt-BR" b="0">
                <a:solidFill>
                  <a:srgbClr val="003B49"/>
                </a:solidFill>
              </a:rPr>
              <a:t>já existentes</a:t>
            </a:r>
            <a:endParaRPr lang="pt-BR" b="0">
              <a:solidFill>
                <a:srgbClr val="003B49"/>
              </a:solidFill>
              <a:latin typeface="Arial"/>
            </a:endParaRPr>
          </a:p>
          <a:p>
            <a:pPr>
              <a:lnSpc>
                <a:spcPct val="200000"/>
              </a:lnSpc>
              <a:defRPr/>
            </a:pPr>
            <a:r>
              <a:rPr lang="pt-BR">
                <a:solidFill>
                  <a:srgbClr val="003B49"/>
                </a:solidFill>
                <a:latin typeface="Arial"/>
              </a:rPr>
              <a:t>Ganhos intangíveis</a:t>
            </a:r>
            <a:r>
              <a:rPr lang="pt-BR" b="0">
                <a:solidFill>
                  <a:srgbClr val="003B49"/>
                </a:solidFill>
                <a:latin typeface="Arial"/>
              </a:rPr>
              <a:t>: </a:t>
            </a:r>
            <a:r>
              <a:rPr lang="pt-BR" sz="700">
                <a:latin typeface="Segoe UI" panose="020B0502040204020203" pitchFamily="34" charset="0"/>
              </a:rPr>
              <a:t>Experiência aprimorada</a:t>
            </a:r>
            <a:r>
              <a:rPr lang="pt-BR" sz="700" b="0">
                <a:latin typeface="Segoe UI" panose="020B0502040204020203" pitchFamily="34" charset="0"/>
              </a:rPr>
              <a:t>: acesso 24/7 às informações e serviços. </a:t>
            </a:r>
            <a:r>
              <a:rPr lang="pt-BR" sz="700">
                <a:latin typeface="Segoe UI" panose="020B0502040204020203" pitchFamily="34" charset="0"/>
              </a:rPr>
              <a:t>Eficiência operacional</a:t>
            </a:r>
            <a:r>
              <a:rPr lang="pt-BR" sz="700" b="0">
                <a:latin typeface="Segoe UI" panose="020B0502040204020203" pitchFamily="34" charset="0"/>
              </a:rPr>
              <a:t>: menos demandas manuais e maior automação. </a:t>
            </a:r>
            <a:r>
              <a:rPr lang="pt-BR" sz="700">
                <a:latin typeface="Segoe UI" panose="020B0502040204020203" pitchFamily="34" charset="0"/>
              </a:rPr>
              <a:t>Relacionamento fortalecido</a:t>
            </a:r>
            <a:r>
              <a:rPr lang="pt-BR" sz="700" b="0">
                <a:latin typeface="Segoe UI" panose="020B0502040204020203" pitchFamily="34" charset="0"/>
              </a:rPr>
              <a:t>: canal direto para comunicação e ofertas personalizadas.  </a:t>
            </a:r>
            <a:r>
              <a:rPr lang="pt-BR" sz="700">
                <a:latin typeface="Segoe UI" panose="020B0502040204020203" pitchFamily="34" charset="0"/>
              </a:rPr>
              <a:t>Inteligência de dados</a:t>
            </a:r>
            <a:r>
              <a:rPr lang="pt-BR" sz="700" b="0">
                <a:latin typeface="Segoe UI" panose="020B0502040204020203" pitchFamily="34" charset="0"/>
              </a:rPr>
              <a:t>: insights sobre comportamento e preferências para estratégias comerciais.</a:t>
            </a:r>
          </a:p>
          <a:p>
            <a:pPr>
              <a:lnSpc>
                <a:spcPct val="200000"/>
              </a:lnSpc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577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0E69A-9E6D-74D5-5F87-B1B813065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09268E4B-0170-2D83-ACE0-76158FD1ABEA}"/>
              </a:ext>
            </a:extLst>
          </p:cNvPr>
          <p:cNvSpPr txBox="1"/>
          <p:nvPr/>
        </p:nvSpPr>
        <p:spPr>
          <a:xfrm>
            <a:off x="-1" y="1"/>
            <a:ext cx="5645727" cy="72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ED1C24"/>
                </a:solidFill>
                <a:effectLst/>
                <a:uLnTx/>
                <a:uFillTx/>
                <a:latin typeface="VAG Rounded Std Thin" panose="020F0402020204020204" pitchFamily="34" charset="0"/>
                <a:cs typeface="Arial"/>
                <a:sym typeface="Arial"/>
              </a:rPr>
              <a:t>CAPEX TI 2025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050" b="1">
                <a:solidFill>
                  <a:srgbClr val="003B49"/>
                </a:solidFill>
                <a:latin typeface="VAG Rounded Std Thin" panose="020F0402020204020204" pitchFamily="34" charset="0"/>
              </a:rPr>
              <a:t>GO WIRE | MERCADO INTERNO SUSTENTAÇÃO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VAG Rounded Std Thin" panose="020F0402020204020204" pitchFamily="34" charset="0"/>
              <a:cs typeface="Arial"/>
              <a:sym typeface="Arial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FA8904B-EE5E-EB97-F17C-8BA9F04C6ED1}"/>
              </a:ext>
            </a:extLst>
          </p:cNvPr>
          <p:cNvCxnSpPr>
            <a:cxnSpLocks/>
          </p:cNvCxnSpPr>
          <p:nvPr/>
        </p:nvCxnSpPr>
        <p:spPr>
          <a:xfrm>
            <a:off x="-1" y="863562"/>
            <a:ext cx="596438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aixaDeTexto 21">
            <a:extLst>
              <a:ext uri="{FF2B5EF4-FFF2-40B4-BE49-F238E27FC236}">
                <a16:creationId xmlns:a16="http://schemas.microsoft.com/office/drawing/2014/main" id="{B6B0B735-17E0-6D07-5CB1-68C98E7B31CD}"/>
              </a:ext>
            </a:extLst>
          </p:cNvPr>
          <p:cNvSpPr txBox="1"/>
          <p:nvPr/>
        </p:nvSpPr>
        <p:spPr>
          <a:xfrm>
            <a:off x="6192982" y="181749"/>
            <a:ext cx="1349066" cy="361637"/>
          </a:xfrm>
          <a:custGeom>
            <a:avLst/>
            <a:gdLst>
              <a:gd name="csX0" fmla="*/ 0 w 1349066"/>
              <a:gd name="csY0" fmla="*/ 0 h 361637"/>
              <a:gd name="csX1" fmla="*/ 701514 w 1349066"/>
              <a:gd name="csY1" fmla="*/ 0 h 361637"/>
              <a:gd name="csX2" fmla="*/ 1349066 w 1349066"/>
              <a:gd name="csY2" fmla="*/ 0 h 361637"/>
              <a:gd name="csX3" fmla="*/ 1349066 w 1349066"/>
              <a:gd name="csY3" fmla="*/ 361637 h 361637"/>
              <a:gd name="csX4" fmla="*/ 688024 w 1349066"/>
              <a:gd name="csY4" fmla="*/ 361637 h 361637"/>
              <a:gd name="csX5" fmla="*/ 0 w 1349066"/>
              <a:gd name="csY5" fmla="*/ 361637 h 361637"/>
              <a:gd name="csX6" fmla="*/ 0 w 1349066"/>
              <a:gd name="csY6" fmla="*/ 0 h 361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9066" h="361637" fill="none" extrusionOk="0">
                <a:moveTo>
                  <a:pt x="0" y="0"/>
                </a:moveTo>
                <a:cubicBezTo>
                  <a:pt x="278485" y="23246"/>
                  <a:pt x="506815" y="8310"/>
                  <a:pt x="701514" y="0"/>
                </a:cubicBezTo>
                <a:cubicBezTo>
                  <a:pt x="896213" y="-8310"/>
                  <a:pt x="1165699" y="14075"/>
                  <a:pt x="1349066" y="0"/>
                </a:cubicBezTo>
                <a:cubicBezTo>
                  <a:pt x="1366538" y="97087"/>
                  <a:pt x="1348519" y="281942"/>
                  <a:pt x="1349066" y="361637"/>
                </a:cubicBezTo>
                <a:cubicBezTo>
                  <a:pt x="1177994" y="357323"/>
                  <a:pt x="945356" y="392044"/>
                  <a:pt x="688024" y="361637"/>
                </a:cubicBezTo>
                <a:cubicBezTo>
                  <a:pt x="430692" y="331230"/>
                  <a:pt x="262140" y="348043"/>
                  <a:pt x="0" y="361637"/>
                </a:cubicBezTo>
                <a:cubicBezTo>
                  <a:pt x="8252" y="185485"/>
                  <a:pt x="1714" y="170020"/>
                  <a:pt x="0" y="0"/>
                </a:cubicBezTo>
                <a:close/>
              </a:path>
              <a:path w="1349066" h="361637" stroke="0" extrusionOk="0">
                <a:moveTo>
                  <a:pt x="0" y="0"/>
                </a:moveTo>
                <a:cubicBezTo>
                  <a:pt x="141058" y="-19683"/>
                  <a:pt x="435988" y="-10442"/>
                  <a:pt x="647552" y="0"/>
                </a:cubicBezTo>
                <a:cubicBezTo>
                  <a:pt x="859116" y="10442"/>
                  <a:pt x="1149969" y="8000"/>
                  <a:pt x="1349066" y="0"/>
                </a:cubicBezTo>
                <a:cubicBezTo>
                  <a:pt x="1360084" y="109602"/>
                  <a:pt x="1335241" y="241423"/>
                  <a:pt x="1349066" y="361637"/>
                </a:cubicBezTo>
                <a:cubicBezTo>
                  <a:pt x="1144194" y="380518"/>
                  <a:pt x="803933" y="344216"/>
                  <a:pt x="661042" y="361637"/>
                </a:cubicBezTo>
                <a:cubicBezTo>
                  <a:pt x="518151" y="379058"/>
                  <a:pt x="149710" y="377312"/>
                  <a:pt x="0" y="361637"/>
                </a:cubicBezTo>
                <a:cubicBezTo>
                  <a:pt x="-2245" y="270037"/>
                  <a:pt x="-5266" y="12412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TIPO: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CAPEX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VALOR TOTAL: </a:t>
            </a:r>
            <a:r>
              <a:rPr kumimoji="0" lang="pt-BR" sz="70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R$375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K (BRL)</a:t>
            </a:r>
          </a:p>
        </p:txBody>
      </p:sp>
      <p:sp>
        <p:nvSpPr>
          <p:cNvPr id="7" name="CaixaDeTexto 21">
            <a:extLst>
              <a:ext uri="{FF2B5EF4-FFF2-40B4-BE49-F238E27FC236}">
                <a16:creationId xmlns:a16="http://schemas.microsoft.com/office/drawing/2014/main" id="{A3338BCB-ED3C-5798-571D-40BFE196F417}"/>
              </a:ext>
            </a:extLst>
          </p:cNvPr>
          <p:cNvSpPr txBox="1"/>
          <p:nvPr/>
        </p:nvSpPr>
        <p:spPr>
          <a:xfrm>
            <a:off x="8417339" y="25522"/>
            <a:ext cx="700624" cy="176972"/>
          </a:xfrm>
          <a:custGeom>
            <a:avLst/>
            <a:gdLst>
              <a:gd name="csX0" fmla="*/ 0 w 700624"/>
              <a:gd name="csY0" fmla="*/ 0 h 176972"/>
              <a:gd name="csX1" fmla="*/ 336300 w 700624"/>
              <a:gd name="csY1" fmla="*/ 0 h 176972"/>
              <a:gd name="csX2" fmla="*/ 700624 w 700624"/>
              <a:gd name="csY2" fmla="*/ 0 h 176972"/>
              <a:gd name="csX3" fmla="*/ 700624 w 700624"/>
              <a:gd name="csY3" fmla="*/ 176972 h 176972"/>
              <a:gd name="csX4" fmla="*/ 343306 w 700624"/>
              <a:gd name="csY4" fmla="*/ 176972 h 176972"/>
              <a:gd name="csX5" fmla="*/ 0 w 700624"/>
              <a:gd name="csY5" fmla="*/ 176972 h 176972"/>
              <a:gd name="csX6" fmla="*/ 0 w 700624"/>
              <a:gd name="csY6" fmla="*/ 0 h 176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00624" h="176972" extrusionOk="0">
                <a:moveTo>
                  <a:pt x="0" y="0"/>
                </a:moveTo>
                <a:cubicBezTo>
                  <a:pt x="121405" y="12920"/>
                  <a:pt x="255817" y="-5864"/>
                  <a:pt x="336300" y="0"/>
                </a:cubicBezTo>
                <a:cubicBezTo>
                  <a:pt x="416783" y="5864"/>
                  <a:pt x="612469" y="-7464"/>
                  <a:pt x="700624" y="0"/>
                </a:cubicBezTo>
                <a:cubicBezTo>
                  <a:pt x="695259" y="58070"/>
                  <a:pt x="704468" y="125215"/>
                  <a:pt x="700624" y="176972"/>
                </a:cubicBezTo>
                <a:cubicBezTo>
                  <a:pt x="599766" y="178477"/>
                  <a:pt x="457892" y="189318"/>
                  <a:pt x="343306" y="176972"/>
                </a:cubicBezTo>
                <a:cubicBezTo>
                  <a:pt x="228720" y="164626"/>
                  <a:pt x="149450" y="178588"/>
                  <a:pt x="0" y="176972"/>
                </a:cubicBezTo>
                <a:cubicBezTo>
                  <a:pt x="-325" y="113539"/>
                  <a:pt x="1008" y="796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Dolar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R$ 5,49</a:t>
            </a:r>
          </a:p>
        </p:txBody>
      </p:sp>
      <p:sp>
        <p:nvSpPr>
          <p:cNvPr id="9" name="CaixaDeTexto 21">
            <a:extLst>
              <a:ext uri="{FF2B5EF4-FFF2-40B4-BE49-F238E27FC236}">
                <a16:creationId xmlns:a16="http://schemas.microsoft.com/office/drawing/2014/main" id="{27B19927-5963-5C66-40A1-FFA8E9339931}"/>
              </a:ext>
            </a:extLst>
          </p:cNvPr>
          <p:cNvSpPr txBox="1"/>
          <p:nvPr/>
        </p:nvSpPr>
        <p:spPr>
          <a:xfrm>
            <a:off x="49499" y="3392556"/>
            <a:ext cx="4979699" cy="1635861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OBJETIVO:</a:t>
            </a:r>
          </a:p>
          <a:p>
            <a:pPr lvl="0">
              <a:lnSpc>
                <a:spcPct val="200000"/>
              </a:lnSpc>
              <a:defRPr/>
            </a:pPr>
            <a:r>
              <a:rPr lang="pt-BR" sz="800"/>
              <a:t>O projeto visa promover uma transformação organizacional e tecnológica para aumentar a eficiência e competitividade. Isso inclui a reestruturação da área comercial com definição clara de papéis e fluxos de aprovação, a otimização dos processos por meio da revisão e implementação de novas políticas, e a modernização tecnológica com adequação de sistemas, integração de ferramentas e criação de relatórios estratégicos.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CaixaDeTexto 21">
            <a:extLst>
              <a:ext uri="{FF2B5EF4-FFF2-40B4-BE49-F238E27FC236}">
                <a16:creationId xmlns:a16="http://schemas.microsoft.com/office/drawing/2014/main" id="{F1EB741F-886B-2C45-F69F-4657DF473FC1}"/>
              </a:ext>
            </a:extLst>
          </p:cNvPr>
          <p:cNvSpPr txBox="1"/>
          <p:nvPr/>
        </p:nvSpPr>
        <p:spPr>
          <a:xfrm>
            <a:off x="5060388" y="1001988"/>
            <a:ext cx="4034112" cy="4026430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ESCOPO DO PROJETO: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O projeto contempla uma série de implementações estratégicas voltadas para a melhoria da gestão comercial e operacional. Entre as principais ações estão: o cadastro completo de ponta a ponta, a setorização e clusterização para otimizar a organização das equipes, e a definição de territórios de vendas. Além disso, será incorporada uma visão detalhada de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market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share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e uma visão 360° do cliente, garantindo maior inteligência comercial. O escopo também inclui a reestruturação dos relatórios de visitas, a criação do parceiro agrupador, a implementação de precificação otimizada e a automação dos processos de cotação e ordem de venda de forma integrada, do início ao fim.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pt-BR" b="0">
              <a:solidFill>
                <a:srgbClr val="003B49"/>
              </a:solidFill>
              <a:latin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Este valor tem como objetivo suportar a operação do negócio com correções, melhorias e adequações ao longo dos testes integrados do projeto Go </a:t>
            </a:r>
            <a:r>
              <a:rPr lang="pt-BR" b="0">
                <a:solidFill>
                  <a:srgbClr val="003B49"/>
                </a:solidFill>
                <a:latin typeface="Arial"/>
              </a:rPr>
              <a:t>W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ire.</a:t>
            </a:r>
          </a:p>
        </p:txBody>
      </p:sp>
      <p:sp>
        <p:nvSpPr>
          <p:cNvPr id="3" name="CaixaDeTexto 21">
            <a:extLst>
              <a:ext uri="{FF2B5EF4-FFF2-40B4-BE49-F238E27FC236}">
                <a16:creationId xmlns:a16="http://schemas.microsoft.com/office/drawing/2014/main" id="{99F58FE9-4689-A69E-B610-0143CE77606F}"/>
              </a:ext>
            </a:extLst>
          </p:cNvPr>
          <p:cNvSpPr txBox="1"/>
          <p:nvPr/>
        </p:nvSpPr>
        <p:spPr>
          <a:xfrm>
            <a:off x="49500" y="1000538"/>
            <a:ext cx="4979698" cy="1047639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kumimoji="0" lang="pt-BR" sz="800" b="1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Descrição do projeto: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Suporte a operação </a:t>
            </a:r>
            <a:r>
              <a:rPr lang="pt-BR" sz="800" dirty="0">
                <a:solidFill>
                  <a:srgbClr val="003B49"/>
                </a:solidFill>
                <a:latin typeface="Arial"/>
              </a:rPr>
              <a:t>comercial durante o período de testes e validações dos desenvolvimentos realizado no projeto Go Wire.</a:t>
            </a: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pt-BR" sz="800" dirty="0"/>
              <a:t>Data de inicio: Jan/2026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Data do fim: Dez/2026</a:t>
            </a:r>
          </a:p>
          <a:p>
            <a:pPr>
              <a:lnSpc>
                <a:spcPct val="150000"/>
              </a:lnSpc>
              <a:defRPr/>
            </a:pPr>
            <a:r>
              <a:rPr lang="pt-BR" sz="800" dirty="0">
                <a:solidFill>
                  <a:srgbClr val="003B49"/>
                </a:solidFill>
              </a:rPr>
              <a:t>Centro de custo: </a:t>
            </a:r>
            <a:r>
              <a:rPr lang="pt-BR" sz="800" dirty="0"/>
              <a:t>BACOI-GP51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470542E-C860-A985-D5A7-EAA0A73EBDC2}"/>
              </a:ext>
            </a:extLst>
          </p:cNvPr>
          <p:cNvSpPr txBox="1"/>
          <p:nvPr/>
        </p:nvSpPr>
        <p:spPr>
          <a:xfrm>
            <a:off x="49499" y="2093843"/>
            <a:ext cx="4979698" cy="1258956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INVESTIMENTO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Corporativo (Diretoria de TI) = R$</a:t>
            </a:r>
            <a:r>
              <a:rPr lang="pt-BR" b="0">
                <a:solidFill>
                  <a:srgbClr val="003B49"/>
                </a:solidFill>
                <a:latin typeface="Arial"/>
              </a:rPr>
              <a:t>375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K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b="0">
                <a:solidFill>
                  <a:srgbClr val="003B49"/>
                </a:solidFill>
                <a:latin typeface="Arial"/>
              </a:rPr>
              <a:t>Ganhos tangíveis: Aumento em </a:t>
            </a:r>
            <a:r>
              <a:rPr lang="pt-BR" b="0" err="1">
                <a:solidFill>
                  <a:srgbClr val="003B49"/>
                </a:solidFill>
                <a:latin typeface="Arial"/>
              </a:rPr>
              <a:t>market</a:t>
            </a:r>
            <a:r>
              <a:rPr lang="pt-BR" b="0">
                <a:solidFill>
                  <a:srgbClr val="003B49"/>
                </a:solidFill>
                <a:latin typeface="Arial"/>
              </a:rPr>
              <a:t> </a:t>
            </a:r>
            <a:r>
              <a:rPr lang="pt-BR" b="0" err="1">
                <a:solidFill>
                  <a:srgbClr val="003B49"/>
                </a:solidFill>
                <a:latin typeface="Arial"/>
              </a:rPr>
              <a:t>share</a:t>
            </a:r>
            <a:r>
              <a:rPr lang="pt-BR" b="0">
                <a:solidFill>
                  <a:srgbClr val="003B49"/>
                </a:solidFill>
                <a:latin typeface="Arial"/>
              </a:rPr>
              <a:t>, aumento de receita líquida adicional, aumento da margem de servir incremental, redução do tempo de resposta.</a:t>
            </a:r>
          </a:p>
          <a:p>
            <a:pPr lvl="0"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Ganhos intangíveis: </a:t>
            </a:r>
            <a:r>
              <a:rPr lang="pt-BR" b="0">
                <a:solidFill>
                  <a:srgbClr val="003B49"/>
                </a:solidFill>
              </a:rPr>
              <a:t>redução da burocracia, redução de erro humano.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76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DEDA3-C35C-777D-3B13-3F30A4D4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61CCE26C-8ACA-EBCA-FFEC-15F48A898C5B}"/>
              </a:ext>
            </a:extLst>
          </p:cNvPr>
          <p:cNvSpPr txBox="1"/>
          <p:nvPr/>
        </p:nvSpPr>
        <p:spPr>
          <a:xfrm>
            <a:off x="-1" y="1"/>
            <a:ext cx="5645727" cy="72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ED1C24"/>
                </a:solidFill>
                <a:effectLst/>
                <a:uLnTx/>
                <a:uFillTx/>
                <a:latin typeface="VAG Rounded Std Thin" panose="020F0402020204020204" pitchFamily="34" charset="0"/>
                <a:cs typeface="Arial"/>
                <a:sym typeface="Arial"/>
              </a:rPr>
              <a:t>CAPEX TI 2025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050" b="1">
                <a:solidFill>
                  <a:srgbClr val="003B49"/>
                </a:solidFill>
                <a:latin typeface="VAG Rounded Std Thin" panose="020F0402020204020204" pitchFamily="34" charset="0"/>
              </a:rPr>
              <a:t>GO WIRE | MERCADO INTERNO NOVOS DESENVOLVIMENTOS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VAG Rounded Std Thin" panose="020F0402020204020204" pitchFamily="34" charset="0"/>
              <a:cs typeface="Arial"/>
              <a:sym typeface="Arial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28DCD7D-6CE3-B0F1-A72C-896A72615C9F}"/>
              </a:ext>
            </a:extLst>
          </p:cNvPr>
          <p:cNvCxnSpPr>
            <a:cxnSpLocks/>
          </p:cNvCxnSpPr>
          <p:nvPr/>
        </p:nvCxnSpPr>
        <p:spPr>
          <a:xfrm>
            <a:off x="-1" y="863562"/>
            <a:ext cx="596438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aixaDeTexto 21">
            <a:extLst>
              <a:ext uri="{FF2B5EF4-FFF2-40B4-BE49-F238E27FC236}">
                <a16:creationId xmlns:a16="http://schemas.microsoft.com/office/drawing/2014/main" id="{32978B9D-5193-6F13-4F32-C773E2D40CF6}"/>
              </a:ext>
            </a:extLst>
          </p:cNvPr>
          <p:cNvSpPr txBox="1"/>
          <p:nvPr/>
        </p:nvSpPr>
        <p:spPr>
          <a:xfrm>
            <a:off x="6192982" y="181749"/>
            <a:ext cx="1349066" cy="361637"/>
          </a:xfrm>
          <a:custGeom>
            <a:avLst/>
            <a:gdLst>
              <a:gd name="csX0" fmla="*/ 0 w 1349066"/>
              <a:gd name="csY0" fmla="*/ 0 h 361637"/>
              <a:gd name="csX1" fmla="*/ 701514 w 1349066"/>
              <a:gd name="csY1" fmla="*/ 0 h 361637"/>
              <a:gd name="csX2" fmla="*/ 1349066 w 1349066"/>
              <a:gd name="csY2" fmla="*/ 0 h 361637"/>
              <a:gd name="csX3" fmla="*/ 1349066 w 1349066"/>
              <a:gd name="csY3" fmla="*/ 361637 h 361637"/>
              <a:gd name="csX4" fmla="*/ 688024 w 1349066"/>
              <a:gd name="csY4" fmla="*/ 361637 h 361637"/>
              <a:gd name="csX5" fmla="*/ 0 w 1349066"/>
              <a:gd name="csY5" fmla="*/ 361637 h 361637"/>
              <a:gd name="csX6" fmla="*/ 0 w 1349066"/>
              <a:gd name="csY6" fmla="*/ 0 h 361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9066" h="361637" fill="none" extrusionOk="0">
                <a:moveTo>
                  <a:pt x="0" y="0"/>
                </a:moveTo>
                <a:cubicBezTo>
                  <a:pt x="278485" y="23246"/>
                  <a:pt x="506815" y="8310"/>
                  <a:pt x="701514" y="0"/>
                </a:cubicBezTo>
                <a:cubicBezTo>
                  <a:pt x="896213" y="-8310"/>
                  <a:pt x="1165699" y="14075"/>
                  <a:pt x="1349066" y="0"/>
                </a:cubicBezTo>
                <a:cubicBezTo>
                  <a:pt x="1366538" y="97087"/>
                  <a:pt x="1348519" y="281942"/>
                  <a:pt x="1349066" y="361637"/>
                </a:cubicBezTo>
                <a:cubicBezTo>
                  <a:pt x="1177994" y="357323"/>
                  <a:pt x="945356" y="392044"/>
                  <a:pt x="688024" y="361637"/>
                </a:cubicBezTo>
                <a:cubicBezTo>
                  <a:pt x="430692" y="331230"/>
                  <a:pt x="262140" y="348043"/>
                  <a:pt x="0" y="361637"/>
                </a:cubicBezTo>
                <a:cubicBezTo>
                  <a:pt x="8252" y="185485"/>
                  <a:pt x="1714" y="170020"/>
                  <a:pt x="0" y="0"/>
                </a:cubicBezTo>
                <a:close/>
              </a:path>
              <a:path w="1349066" h="361637" stroke="0" extrusionOk="0">
                <a:moveTo>
                  <a:pt x="0" y="0"/>
                </a:moveTo>
                <a:cubicBezTo>
                  <a:pt x="141058" y="-19683"/>
                  <a:pt x="435988" y="-10442"/>
                  <a:pt x="647552" y="0"/>
                </a:cubicBezTo>
                <a:cubicBezTo>
                  <a:pt x="859116" y="10442"/>
                  <a:pt x="1149969" y="8000"/>
                  <a:pt x="1349066" y="0"/>
                </a:cubicBezTo>
                <a:cubicBezTo>
                  <a:pt x="1360084" y="109602"/>
                  <a:pt x="1335241" y="241423"/>
                  <a:pt x="1349066" y="361637"/>
                </a:cubicBezTo>
                <a:cubicBezTo>
                  <a:pt x="1144194" y="380518"/>
                  <a:pt x="803933" y="344216"/>
                  <a:pt x="661042" y="361637"/>
                </a:cubicBezTo>
                <a:cubicBezTo>
                  <a:pt x="518151" y="379058"/>
                  <a:pt x="149710" y="377312"/>
                  <a:pt x="0" y="361637"/>
                </a:cubicBezTo>
                <a:cubicBezTo>
                  <a:pt x="-2245" y="270037"/>
                  <a:pt x="-5266" y="12412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TIPO: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CAPEX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VALOR TOTAL: </a:t>
            </a:r>
            <a:r>
              <a:rPr kumimoji="0" lang="pt-BR" sz="70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</a:t>
            </a:r>
            <a:r>
              <a:rPr lang="pt-BR" sz="700">
                <a:solidFill>
                  <a:srgbClr val="003B49"/>
                </a:solidFill>
                <a:latin typeface="Calibri" panose="020F0502020204030204"/>
              </a:rPr>
              <a:t>600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K (BRL)</a:t>
            </a:r>
          </a:p>
        </p:txBody>
      </p:sp>
      <p:sp>
        <p:nvSpPr>
          <p:cNvPr id="7" name="CaixaDeTexto 21">
            <a:extLst>
              <a:ext uri="{FF2B5EF4-FFF2-40B4-BE49-F238E27FC236}">
                <a16:creationId xmlns:a16="http://schemas.microsoft.com/office/drawing/2014/main" id="{FDAB6A75-C534-4A2A-CFC9-7A7D91841A23}"/>
              </a:ext>
            </a:extLst>
          </p:cNvPr>
          <p:cNvSpPr txBox="1"/>
          <p:nvPr/>
        </p:nvSpPr>
        <p:spPr>
          <a:xfrm>
            <a:off x="8417339" y="25522"/>
            <a:ext cx="700624" cy="176972"/>
          </a:xfrm>
          <a:custGeom>
            <a:avLst/>
            <a:gdLst>
              <a:gd name="csX0" fmla="*/ 0 w 700624"/>
              <a:gd name="csY0" fmla="*/ 0 h 176972"/>
              <a:gd name="csX1" fmla="*/ 336300 w 700624"/>
              <a:gd name="csY1" fmla="*/ 0 h 176972"/>
              <a:gd name="csX2" fmla="*/ 700624 w 700624"/>
              <a:gd name="csY2" fmla="*/ 0 h 176972"/>
              <a:gd name="csX3" fmla="*/ 700624 w 700624"/>
              <a:gd name="csY3" fmla="*/ 176972 h 176972"/>
              <a:gd name="csX4" fmla="*/ 343306 w 700624"/>
              <a:gd name="csY4" fmla="*/ 176972 h 176972"/>
              <a:gd name="csX5" fmla="*/ 0 w 700624"/>
              <a:gd name="csY5" fmla="*/ 176972 h 176972"/>
              <a:gd name="csX6" fmla="*/ 0 w 700624"/>
              <a:gd name="csY6" fmla="*/ 0 h 176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00624" h="176972" extrusionOk="0">
                <a:moveTo>
                  <a:pt x="0" y="0"/>
                </a:moveTo>
                <a:cubicBezTo>
                  <a:pt x="121405" y="12920"/>
                  <a:pt x="255817" y="-5864"/>
                  <a:pt x="336300" y="0"/>
                </a:cubicBezTo>
                <a:cubicBezTo>
                  <a:pt x="416783" y="5864"/>
                  <a:pt x="612469" y="-7464"/>
                  <a:pt x="700624" y="0"/>
                </a:cubicBezTo>
                <a:cubicBezTo>
                  <a:pt x="695259" y="58070"/>
                  <a:pt x="704468" y="125215"/>
                  <a:pt x="700624" y="176972"/>
                </a:cubicBezTo>
                <a:cubicBezTo>
                  <a:pt x="599766" y="178477"/>
                  <a:pt x="457892" y="189318"/>
                  <a:pt x="343306" y="176972"/>
                </a:cubicBezTo>
                <a:cubicBezTo>
                  <a:pt x="228720" y="164626"/>
                  <a:pt x="149450" y="178588"/>
                  <a:pt x="0" y="176972"/>
                </a:cubicBezTo>
                <a:cubicBezTo>
                  <a:pt x="-325" y="113539"/>
                  <a:pt x="1008" y="796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Dolar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R$ 5,49</a:t>
            </a:r>
          </a:p>
        </p:txBody>
      </p:sp>
      <p:sp>
        <p:nvSpPr>
          <p:cNvPr id="9" name="CaixaDeTexto 21">
            <a:extLst>
              <a:ext uri="{FF2B5EF4-FFF2-40B4-BE49-F238E27FC236}">
                <a16:creationId xmlns:a16="http://schemas.microsoft.com/office/drawing/2014/main" id="{6B829E3C-F3A1-15EA-5C67-E9C79A41DC49}"/>
              </a:ext>
            </a:extLst>
          </p:cNvPr>
          <p:cNvSpPr txBox="1"/>
          <p:nvPr/>
        </p:nvSpPr>
        <p:spPr>
          <a:xfrm>
            <a:off x="49499" y="3392556"/>
            <a:ext cx="4979699" cy="1635861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OBJETIVO:</a:t>
            </a:r>
          </a:p>
          <a:p>
            <a:pPr lvl="0">
              <a:lnSpc>
                <a:spcPct val="200000"/>
              </a:lnSpc>
              <a:defRPr/>
            </a:pPr>
            <a:r>
              <a:rPr lang="pt-BR" sz="800"/>
              <a:t>O projeto visa promover uma transformação organizacional e tecnológica para aumentar a eficiência e competitividade. Isso inclui a reestruturação da área comercial com definição clara de papéis e fluxos de aprovação, a otimização dos processos por meio da revisão e implementação de novas políticas, e a modernização tecnológica com adequação de sistemas, integração de ferramentas e criação de relatórios estratégicos.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CaixaDeTexto 21">
            <a:extLst>
              <a:ext uri="{FF2B5EF4-FFF2-40B4-BE49-F238E27FC236}">
                <a16:creationId xmlns:a16="http://schemas.microsoft.com/office/drawing/2014/main" id="{50953D6C-093D-0046-BD95-50008B20C09C}"/>
              </a:ext>
            </a:extLst>
          </p:cNvPr>
          <p:cNvSpPr txBox="1"/>
          <p:nvPr/>
        </p:nvSpPr>
        <p:spPr>
          <a:xfrm>
            <a:off x="5060388" y="1001988"/>
            <a:ext cx="4034112" cy="4026430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ESCOPO DO PROJETO: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Este escopo contempla iniciativas voltadas para fortalecer a relação com o cliente e garantir excelência comercial. Entre as principais entregas está a implementação do JBP (Joint Business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Plan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), que permitirá um planejamento colaborativo e estratégico com clientes. Além disso, será desenvolvido um Portal do Cliente, oferecendo funcionalidades de autoatendimento e acesso a informações relevantes, garantindo praticidade e autonomia. Outro ponto essencial é a proposta de valor, que inclui recursos como programas de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loyalty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, ficha do cliente e um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scorecard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para acompanhamento de desempenho. Essas ferramentas visam proporcionar uma visão completa do cliente (Cliente 360°), fortalecendo a tomada de decisão e a personalização do relacionamento.</a:t>
            </a:r>
          </a:p>
        </p:txBody>
      </p:sp>
      <p:sp>
        <p:nvSpPr>
          <p:cNvPr id="3" name="CaixaDeTexto 21">
            <a:extLst>
              <a:ext uri="{FF2B5EF4-FFF2-40B4-BE49-F238E27FC236}">
                <a16:creationId xmlns:a16="http://schemas.microsoft.com/office/drawing/2014/main" id="{E6A02CB5-04C7-B403-2835-A842A22286A5}"/>
              </a:ext>
            </a:extLst>
          </p:cNvPr>
          <p:cNvSpPr txBox="1"/>
          <p:nvPr/>
        </p:nvSpPr>
        <p:spPr>
          <a:xfrm>
            <a:off x="49500" y="1000538"/>
            <a:ext cx="4979698" cy="1047639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kumimoji="0" lang="pt-BR" sz="800" b="1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Descrição do projeto: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</a:t>
            </a:r>
            <a:r>
              <a:rPr lang="pt-BR" sz="800" dirty="0">
                <a:solidFill>
                  <a:srgbClr val="003B49"/>
                </a:solidFill>
              </a:rPr>
              <a:t>Estratégia Go </a:t>
            </a:r>
            <a:r>
              <a:rPr lang="pt-BR" sz="800" dirty="0" err="1">
                <a:solidFill>
                  <a:srgbClr val="003B49"/>
                </a:solidFill>
              </a:rPr>
              <a:t>to</a:t>
            </a:r>
            <a:r>
              <a:rPr lang="pt-BR" sz="800" dirty="0">
                <a:solidFill>
                  <a:srgbClr val="003B49"/>
                </a:solidFill>
              </a:rPr>
              <a:t> Market, uma transformação que fortalece o modelo de negócios, por meio da reestruturação da força de vendas visão pacote de serviços.</a:t>
            </a: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pt-BR" sz="800" dirty="0"/>
              <a:t>Data de inicio: Jan/2026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Data do fim: Dez/2026</a:t>
            </a:r>
          </a:p>
          <a:p>
            <a:pPr>
              <a:lnSpc>
                <a:spcPct val="150000"/>
              </a:lnSpc>
              <a:defRPr/>
            </a:pPr>
            <a:r>
              <a:rPr lang="pt-BR" sz="800" dirty="0">
                <a:solidFill>
                  <a:srgbClr val="003B49"/>
                </a:solidFill>
              </a:rPr>
              <a:t>Centro de custo: </a:t>
            </a:r>
            <a:r>
              <a:rPr lang="pt-BR" sz="800" dirty="0"/>
              <a:t>BACOI-GP51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10773D2-D2EF-46E8-5938-CB1839B9E388}"/>
              </a:ext>
            </a:extLst>
          </p:cNvPr>
          <p:cNvSpPr txBox="1"/>
          <p:nvPr/>
        </p:nvSpPr>
        <p:spPr>
          <a:xfrm>
            <a:off x="49499" y="2093843"/>
            <a:ext cx="4979698" cy="1258956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INVESTIMENTO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Corporativo (Diretoria de TI) = R$600K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b="0">
                <a:solidFill>
                  <a:srgbClr val="003B49"/>
                </a:solidFill>
                <a:latin typeface="Arial"/>
              </a:rPr>
              <a:t>Ganhos tangíveis: Aumento em </a:t>
            </a:r>
            <a:r>
              <a:rPr lang="pt-BR" b="0" err="1">
                <a:solidFill>
                  <a:srgbClr val="003B49"/>
                </a:solidFill>
                <a:latin typeface="Arial"/>
              </a:rPr>
              <a:t>market</a:t>
            </a:r>
            <a:r>
              <a:rPr lang="pt-BR" b="0">
                <a:solidFill>
                  <a:srgbClr val="003B49"/>
                </a:solidFill>
                <a:latin typeface="Arial"/>
              </a:rPr>
              <a:t> </a:t>
            </a:r>
            <a:r>
              <a:rPr lang="pt-BR" b="0" err="1">
                <a:solidFill>
                  <a:srgbClr val="003B49"/>
                </a:solidFill>
                <a:latin typeface="Arial"/>
              </a:rPr>
              <a:t>share</a:t>
            </a:r>
            <a:r>
              <a:rPr lang="pt-BR" b="0">
                <a:solidFill>
                  <a:srgbClr val="003B49"/>
                </a:solidFill>
                <a:latin typeface="Arial"/>
              </a:rPr>
              <a:t>, aumento de receita líquida adicional, aumento da margem de servir incremental, redução do tempo de resposta.</a:t>
            </a:r>
          </a:p>
          <a:p>
            <a:pPr lvl="0"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Ganhos intangíveis: </a:t>
            </a:r>
            <a:r>
              <a:rPr lang="pt-BR" b="0">
                <a:solidFill>
                  <a:srgbClr val="003B49"/>
                </a:solidFill>
              </a:rPr>
              <a:t>redução da burocracia, redução de erro humano.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674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5F1F-B29F-1531-2389-21F863BF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5A1099B8-2390-F79F-2694-4A2D2391B4BB}"/>
              </a:ext>
            </a:extLst>
          </p:cNvPr>
          <p:cNvSpPr txBox="1"/>
          <p:nvPr/>
        </p:nvSpPr>
        <p:spPr>
          <a:xfrm>
            <a:off x="-1" y="1"/>
            <a:ext cx="5645727" cy="72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ED1C24"/>
                </a:solidFill>
                <a:effectLst/>
                <a:uLnTx/>
                <a:uFillTx/>
                <a:latin typeface="VAG Rounded Std Thin" panose="020F0402020204020204" pitchFamily="34" charset="0"/>
                <a:cs typeface="Arial"/>
                <a:sym typeface="Arial"/>
              </a:rPr>
              <a:t>CAPEX TI 2025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050" b="1">
                <a:solidFill>
                  <a:srgbClr val="003B49"/>
                </a:solidFill>
                <a:latin typeface="VAG Rounded Std Thin" panose="020F0402020204020204" pitchFamily="34" charset="0"/>
              </a:rPr>
              <a:t>REDE ATIVA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VAG Rounded Std Thin" panose="020F0402020204020204" pitchFamily="34" charset="0"/>
              <a:cs typeface="Arial"/>
              <a:sym typeface="Arial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3F025B2-95EA-FFF4-3885-B0E5C9ACE2E7}"/>
              </a:ext>
            </a:extLst>
          </p:cNvPr>
          <p:cNvCxnSpPr>
            <a:cxnSpLocks/>
          </p:cNvCxnSpPr>
          <p:nvPr/>
        </p:nvCxnSpPr>
        <p:spPr>
          <a:xfrm>
            <a:off x="-1" y="863562"/>
            <a:ext cx="596438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aixaDeTexto 21">
            <a:extLst>
              <a:ext uri="{FF2B5EF4-FFF2-40B4-BE49-F238E27FC236}">
                <a16:creationId xmlns:a16="http://schemas.microsoft.com/office/drawing/2014/main" id="{00FEF94B-838B-C3D6-47A7-A2CA7B43043A}"/>
              </a:ext>
            </a:extLst>
          </p:cNvPr>
          <p:cNvSpPr txBox="1"/>
          <p:nvPr/>
        </p:nvSpPr>
        <p:spPr>
          <a:xfrm>
            <a:off x="6192982" y="181749"/>
            <a:ext cx="1349066" cy="361637"/>
          </a:xfrm>
          <a:custGeom>
            <a:avLst/>
            <a:gdLst>
              <a:gd name="csX0" fmla="*/ 0 w 1349066"/>
              <a:gd name="csY0" fmla="*/ 0 h 361637"/>
              <a:gd name="csX1" fmla="*/ 701514 w 1349066"/>
              <a:gd name="csY1" fmla="*/ 0 h 361637"/>
              <a:gd name="csX2" fmla="*/ 1349066 w 1349066"/>
              <a:gd name="csY2" fmla="*/ 0 h 361637"/>
              <a:gd name="csX3" fmla="*/ 1349066 w 1349066"/>
              <a:gd name="csY3" fmla="*/ 361637 h 361637"/>
              <a:gd name="csX4" fmla="*/ 688024 w 1349066"/>
              <a:gd name="csY4" fmla="*/ 361637 h 361637"/>
              <a:gd name="csX5" fmla="*/ 0 w 1349066"/>
              <a:gd name="csY5" fmla="*/ 361637 h 361637"/>
              <a:gd name="csX6" fmla="*/ 0 w 1349066"/>
              <a:gd name="csY6" fmla="*/ 0 h 361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9066" h="361637" fill="none" extrusionOk="0">
                <a:moveTo>
                  <a:pt x="0" y="0"/>
                </a:moveTo>
                <a:cubicBezTo>
                  <a:pt x="278485" y="23246"/>
                  <a:pt x="506815" y="8310"/>
                  <a:pt x="701514" y="0"/>
                </a:cubicBezTo>
                <a:cubicBezTo>
                  <a:pt x="896213" y="-8310"/>
                  <a:pt x="1165699" y="14075"/>
                  <a:pt x="1349066" y="0"/>
                </a:cubicBezTo>
                <a:cubicBezTo>
                  <a:pt x="1366538" y="97087"/>
                  <a:pt x="1348519" y="281942"/>
                  <a:pt x="1349066" y="361637"/>
                </a:cubicBezTo>
                <a:cubicBezTo>
                  <a:pt x="1177994" y="357323"/>
                  <a:pt x="945356" y="392044"/>
                  <a:pt x="688024" y="361637"/>
                </a:cubicBezTo>
                <a:cubicBezTo>
                  <a:pt x="430692" y="331230"/>
                  <a:pt x="262140" y="348043"/>
                  <a:pt x="0" y="361637"/>
                </a:cubicBezTo>
                <a:cubicBezTo>
                  <a:pt x="8252" y="185485"/>
                  <a:pt x="1714" y="170020"/>
                  <a:pt x="0" y="0"/>
                </a:cubicBezTo>
                <a:close/>
              </a:path>
              <a:path w="1349066" h="361637" stroke="0" extrusionOk="0">
                <a:moveTo>
                  <a:pt x="0" y="0"/>
                </a:moveTo>
                <a:cubicBezTo>
                  <a:pt x="141058" y="-19683"/>
                  <a:pt x="435988" y="-10442"/>
                  <a:pt x="647552" y="0"/>
                </a:cubicBezTo>
                <a:cubicBezTo>
                  <a:pt x="859116" y="10442"/>
                  <a:pt x="1149969" y="8000"/>
                  <a:pt x="1349066" y="0"/>
                </a:cubicBezTo>
                <a:cubicBezTo>
                  <a:pt x="1360084" y="109602"/>
                  <a:pt x="1335241" y="241423"/>
                  <a:pt x="1349066" y="361637"/>
                </a:cubicBezTo>
                <a:cubicBezTo>
                  <a:pt x="1144194" y="380518"/>
                  <a:pt x="803933" y="344216"/>
                  <a:pt x="661042" y="361637"/>
                </a:cubicBezTo>
                <a:cubicBezTo>
                  <a:pt x="518151" y="379058"/>
                  <a:pt x="149710" y="377312"/>
                  <a:pt x="0" y="361637"/>
                </a:cubicBezTo>
                <a:cubicBezTo>
                  <a:pt x="-2245" y="270037"/>
                  <a:pt x="-5266" y="12412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TIPO: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CAPEX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VALOR TOTAL: </a:t>
            </a:r>
            <a:r>
              <a:rPr kumimoji="0" lang="pt-BR" sz="70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R$5</a:t>
            </a:r>
            <a:r>
              <a:rPr lang="pt-BR" sz="700">
                <a:solidFill>
                  <a:srgbClr val="003B49"/>
                </a:solidFill>
                <a:latin typeface="Calibri" panose="020F0502020204030204"/>
              </a:rPr>
              <a:t>0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0K (BRL)</a:t>
            </a:r>
          </a:p>
        </p:txBody>
      </p:sp>
      <p:sp>
        <p:nvSpPr>
          <p:cNvPr id="7" name="CaixaDeTexto 21">
            <a:extLst>
              <a:ext uri="{FF2B5EF4-FFF2-40B4-BE49-F238E27FC236}">
                <a16:creationId xmlns:a16="http://schemas.microsoft.com/office/drawing/2014/main" id="{7891238F-D7D6-D473-9016-B37CFD0715D2}"/>
              </a:ext>
            </a:extLst>
          </p:cNvPr>
          <p:cNvSpPr txBox="1"/>
          <p:nvPr/>
        </p:nvSpPr>
        <p:spPr>
          <a:xfrm>
            <a:off x="8417339" y="25522"/>
            <a:ext cx="700624" cy="176972"/>
          </a:xfrm>
          <a:custGeom>
            <a:avLst/>
            <a:gdLst>
              <a:gd name="csX0" fmla="*/ 0 w 700624"/>
              <a:gd name="csY0" fmla="*/ 0 h 176972"/>
              <a:gd name="csX1" fmla="*/ 336300 w 700624"/>
              <a:gd name="csY1" fmla="*/ 0 h 176972"/>
              <a:gd name="csX2" fmla="*/ 700624 w 700624"/>
              <a:gd name="csY2" fmla="*/ 0 h 176972"/>
              <a:gd name="csX3" fmla="*/ 700624 w 700624"/>
              <a:gd name="csY3" fmla="*/ 176972 h 176972"/>
              <a:gd name="csX4" fmla="*/ 343306 w 700624"/>
              <a:gd name="csY4" fmla="*/ 176972 h 176972"/>
              <a:gd name="csX5" fmla="*/ 0 w 700624"/>
              <a:gd name="csY5" fmla="*/ 176972 h 176972"/>
              <a:gd name="csX6" fmla="*/ 0 w 700624"/>
              <a:gd name="csY6" fmla="*/ 0 h 176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00624" h="176972" extrusionOk="0">
                <a:moveTo>
                  <a:pt x="0" y="0"/>
                </a:moveTo>
                <a:cubicBezTo>
                  <a:pt x="121405" y="12920"/>
                  <a:pt x="255817" y="-5864"/>
                  <a:pt x="336300" y="0"/>
                </a:cubicBezTo>
                <a:cubicBezTo>
                  <a:pt x="416783" y="5864"/>
                  <a:pt x="612469" y="-7464"/>
                  <a:pt x="700624" y="0"/>
                </a:cubicBezTo>
                <a:cubicBezTo>
                  <a:pt x="695259" y="58070"/>
                  <a:pt x="704468" y="125215"/>
                  <a:pt x="700624" y="176972"/>
                </a:cubicBezTo>
                <a:cubicBezTo>
                  <a:pt x="599766" y="178477"/>
                  <a:pt x="457892" y="189318"/>
                  <a:pt x="343306" y="176972"/>
                </a:cubicBezTo>
                <a:cubicBezTo>
                  <a:pt x="228720" y="164626"/>
                  <a:pt x="149450" y="178588"/>
                  <a:pt x="0" y="176972"/>
                </a:cubicBezTo>
                <a:cubicBezTo>
                  <a:pt x="-325" y="113539"/>
                  <a:pt x="1008" y="796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Dolar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R$ 5,49</a:t>
            </a:r>
          </a:p>
        </p:txBody>
      </p:sp>
      <p:sp>
        <p:nvSpPr>
          <p:cNvPr id="9" name="CaixaDeTexto 21">
            <a:extLst>
              <a:ext uri="{FF2B5EF4-FFF2-40B4-BE49-F238E27FC236}">
                <a16:creationId xmlns:a16="http://schemas.microsoft.com/office/drawing/2014/main" id="{3834C84E-259D-AFAE-E3A2-32034CAB2C25}"/>
              </a:ext>
            </a:extLst>
          </p:cNvPr>
          <p:cNvSpPr txBox="1"/>
          <p:nvPr/>
        </p:nvSpPr>
        <p:spPr>
          <a:xfrm>
            <a:off x="49499" y="3392556"/>
            <a:ext cx="4979699" cy="1635861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OBJETIVO:</a:t>
            </a:r>
          </a:p>
          <a:p>
            <a:pPr lvl="0">
              <a:lnSpc>
                <a:spcPct val="150000"/>
              </a:lnSpc>
              <a:defRPr/>
            </a:pPr>
            <a:r>
              <a:rPr lang="pt-BR" sz="800"/>
              <a:t>O projeto tem como objetivo otimizar a carga tributária e aumentar a competitividade dos produtos da Belgo, garantindo maior eficiência e sustentabilidade no negócio. Para alcançar esse propósito, o projeto contempla três pilares estratégicos: aumentar a receita, aumentar a produtividade e otimizar o custo de propriedade. Essas iniciativas visam fortalecer a posição da empresa no mercado, melhorar a rentabilidade e reduzir impactos financeiros, assegurando vantagem competitiva.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CaixaDeTexto 21">
            <a:extLst>
              <a:ext uri="{FF2B5EF4-FFF2-40B4-BE49-F238E27FC236}">
                <a16:creationId xmlns:a16="http://schemas.microsoft.com/office/drawing/2014/main" id="{213A0ED7-E514-8AE0-697B-98373E5D3AE6}"/>
              </a:ext>
            </a:extLst>
          </p:cNvPr>
          <p:cNvSpPr txBox="1"/>
          <p:nvPr/>
        </p:nvSpPr>
        <p:spPr>
          <a:xfrm>
            <a:off x="5060388" y="1001988"/>
            <a:ext cx="4034112" cy="4026430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ESCOPO DO PROJETO:</a:t>
            </a:r>
          </a:p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b="0" dirty="0">
                <a:solidFill>
                  <a:srgbClr val="003B49"/>
                </a:solidFill>
                <a:latin typeface="Arial"/>
              </a:rPr>
              <a:t>Com o intuito de cumprir com os objetivos do projeto o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escopo contempla entregas essenciais para a gestão comercial e operacional, incluindo: contas, contatos, relatório de visitas, workflow </a:t>
            </a:r>
            <a:r>
              <a:rPr kumimoji="0" lang="pt-BR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princing</a:t>
            </a:r>
            <a:r>
              <a:rPr kumimoji="0" lang="pt-BR" sz="800" b="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, cotações e pedidos. As implementações ocorrerão 26 unidades ao longo de 2026</a:t>
            </a:r>
            <a:endParaRPr lang="pt-BR" b="0" dirty="0">
              <a:solidFill>
                <a:srgbClr val="003B49"/>
              </a:solidFill>
              <a:latin typeface="Arial"/>
            </a:endParaRPr>
          </a:p>
          <a:p>
            <a:pPr marR="0" lvl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pt-BR" b="0" dirty="0">
                <a:solidFill>
                  <a:srgbClr val="003B49"/>
                </a:solidFill>
                <a:latin typeface="Arial"/>
              </a:rPr>
              <a:t>Além desse ponto será implementado como melhoria a utilização do Alpe como operador de crédito da Rede.</a:t>
            </a:r>
          </a:p>
        </p:txBody>
      </p:sp>
      <p:sp>
        <p:nvSpPr>
          <p:cNvPr id="3" name="CaixaDeTexto 21">
            <a:extLst>
              <a:ext uri="{FF2B5EF4-FFF2-40B4-BE49-F238E27FC236}">
                <a16:creationId xmlns:a16="http://schemas.microsoft.com/office/drawing/2014/main" id="{C6397BBE-2CBA-7681-9D74-D3F1E4D17020}"/>
              </a:ext>
            </a:extLst>
          </p:cNvPr>
          <p:cNvSpPr txBox="1"/>
          <p:nvPr/>
        </p:nvSpPr>
        <p:spPr>
          <a:xfrm>
            <a:off x="49500" y="1000538"/>
            <a:ext cx="4979698" cy="1047639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Descrição do projeto: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Sustentação da Operação da Rede Ativa, Parceria entre Belgo Arames e ArcelorMittal, com </a:t>
            </a:r>
            <a:r>
              <a:rPr kumimoji="0" lang="pt-BR" sz="800" i="0" u="none" strike="noStrike" kern="0" cap="none" spc="0" normalizeH="0" baseline="0" noProof="0" dirty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CNPJs</a:t>
            </a: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 avançados nos pontos de distribuição, a Belgo passou a vender diretamente, ganhando agilidade e capilaridade. ​</a:t>
            </a:r>
          </a:p>
          <a:p>
            <a:pPr>
              <a:lnSpc>
                <a:spcPct val="150000"/>
              </a:lnSpc>
            </a:pPr>
            <a:r>
              <a:rPr lang="pt-BR" sz="800" dirty="0"/>
              <a:t>Data de inicio: Jan/2026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Data do fim: </a:t>
            </a:r>
            <a:r>
              <a:rPr lang="pt-BR" sz="800">
                <a:solidFill>
                  <a:srgbClr val="003B49"/>
                </a:solidFill>
                <a:latin typeface="Arial"/>
              </a:rPr>
              <a:t>Dez/2026</a:t>
            </a: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>
              <a:lnSpc>
                <a:spcPct val="150000"/>
              </a:lnSpc>
              <a:defRPr/>
            </a:pPr>
            <a:r>
              <a:rPr lang="pt-BR" sz="800" dirty="0">
                <a:solidFill>
                  <a:srgbClr val="003B49"/>
                </a:solidFill>
              </a:rPr>
              <a:t>Centro de custo: </a:t>
            </a:r>
            <a:r>
              <a:rPr lang="pt-BR" sz="800" dirty="0"/>
              <a:t>BACOI-GP51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9491E9E-107A-13F0-5DFA-86820BE9BB5B}"/>
              </a:ext>
            </a:extLst>
          </p:cNvPr>
          <p:cNvSpPr txBox="1"/>
          <p:nvPr/>
        </p:nvSpPr>
        <p:spPr>
          <a:xfrm>
            <a:off x="49499" y="2093843"/>
            <a:ext cx="4979698" cy="1258956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INVESTIMENTO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Corporativo (Diretoria de TI) = R$500K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b="0">
                <a:solidFill>
                  <a:srgbClr val="003B49"/>
                </a:solidFill>
                <a:latin typeface="Arial"/>
              </a:rPr>
              <a:t>Ganhos tangíveis: Aumento de EBITDA; Incremento em Market </a:t>
            </a:r>
            <a:r>
              <a:rPr lang="pt-BR" b="0" err="1">
                <a:solidFill>
                  <a:srgbClr val="003B49"/>
                </a:solidFill>
                <a:latin typeface="Arial"/>
              </a:rPr>
              <a:t>Share</a:t>
            </a:r>
            <a:r>
              <a:rPr lang="pt-BR" b="0">
                <a:solidFill>
                  <a:srgbClr val="003B49"/>
                </a:solidFill>
                <a:latin typeface="Arial"/>
              </a:rPr>
              <a:t>; Aumento da oportunidade de vendas; Redução de </a:t>
            </a:r>
            <a:r>
              <a:rPr lang="pt-BR" b="0" err="1">
                <a:solidFill>
                  <a:srgbClr val="003B49"/>
                </a:solidFill>
                <a:latin typeface="Arial"/>
              </a:rPr>
              <a:t>Churn</a:t>
            </a:r>
            <a:r>
              <a:rPr lang="pt-BR" b="0">
                <a:solidFill>
                  <a:srgbClr val="003B49"/>
                </a:solidFill>
                <a:latin typeface="Arial"/>
              </a:rPr>
              <a:t>; Redução de SG&amp;A; Redução de tempo.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Ganhos intangíveis: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531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5149-4781-1E6F-C050-892267E1A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E82BE821-AF16-173E-9A89-880A058512E6}"/>
              </a:ext>
            </a:extLst>
          </p:cNvPr>
          <p:cNvSpPr txBox="1"/>
          <p:nvPr/>
        </p:nvSpPr>
        <p:spPr>
          <a:xfrm>
            <a:off x="-1" y="1"/>
            <a:ext cx="5645727" cy="72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ED1C24"/>
                </a:solidFill>
                <a:effectLst/>
                <a:uLnTx/>
                <a:uFillTx/>
                <a:latin typeface="VAG Rounded Std Thin" panose="020F0402020204020204" pitchFamily="34" charset="0"/>
                <a:cs typeface="Arial"/>
                <a:sym typeface="Arial"/>
              </a:rPr>
              <a:t>CAPEX TI 2025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050" b="1">
                <a:solidFill>
                  <a:srgbClr val="003B49"/>
                </a:solidFill>
                <a:latin typeface="VAG Rounded Std Thin" panose="020F0402020204020204" pitchFamily="34" charset="0"/>
              </a:rPr>
              <a:t>REGISTRO DE OCORRÊNCIA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VAG Rounded Std Thin" panose="020F0402020204020204" pitchFamily="34" charset="0"/>
              <a:cs typeface="Arial"/>
              <a:sym typeface="Arial"/>
            </a:endParaRP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FA06FE39-DBB5-5480-1E21-59E759CF636F}"/>
              </a:ext>
            </a:extLst>
          </p:cNvPr>
          <p:cNvCxnSpPr>
            <a:cxnSpLocks/>
          </p:cNvCxnSpPr>
          <p:nvPr/>
        </p:nvCxnSpPr>
        <p:spPr>
          <a:xfrm>
            <a:off x="-1" y="863562"/>
            <a:ext cx="5964382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CaixaDeTexto 21">
            <a:extLst>
              <a:ext uri="{FF2B5EF4-FFF2-40B4-BE49-F238E27FC236}">
                <a16:creationId xmlns:a16="http://schemas.microsoft.com/office/drawing/2014/main" id="{9CE06969-12A2-04BE-4B13-DC243C6A1B1A}"/>
              </a:ext>
            </a:extLst>
          </p:cNvPr>
          <p:cNvSpPr txBox="1"/>
          <p:nvPr/>
        </p:nvSpPr>
        <p:spPr>
          <a:xfrm>
            <a:off x="6192982" y="181749"/>
            <a:ext cx="1349066" cy="361637"/>
          </a:xfrm>
          <a:custGeom>
            <a:avLst/>
            <a:gdLst>
              <a:gd name="csX0" fmla="*/ 0 w 1349066"/>
              <a:gd name="csY0" fmla="*/ 0 h 361637"/>
              <a:gd name="csX1" fmla="*/ 701514 w 1349066"/>
              <a:gd name="csY1" fmla="*/ 0 h 361637"/>
              <a:gd name="csX2" fmla="*/ 1349066 w 1349066"/>
              <a:gd name="csY2" fmla="*/ 0 h 361637"/>
              <a:gd name="csX3" fmla="*/ 1349066 w 1349066"/>
              <a:gd name="csY3" fmla="*/ 361637 h 361637"/>
              <a:gd name="csX4" fmla="*/ 688024 w 1349066"/>
              <a:gd name="csY4" fmla="*/ 361637 h 361637"/>
              <a:gd name="csX5" fmla="*/ 0 w 1349066"/>
              <a:gd name="csY5" fmla="*/ 361637 h 361637"/>
              <a:gd name="csX6" fmla="*/ 0 w 1349066"/>
              <a:gd name="csY6" fmla="*/ 0 h 3616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49066" h="361637" fill="none" extrusionOk="0">
                <a:moveTo>
                  <a:pt x="0" y="0"/>
                </a:moveTo>
                <a:cubicBezTo>
                  <a:pt x="278485" y="23246"/>
                  <a:pt x="506815" y="8310"/>
                  <a:pt x="701514" y="0"/>
                </a:cubicBezTo>
                <a:cubicBezTo>
                  <a:pt x="896213" y="-8310"/>
                  <a:pt x="1165699" y="14075"/>
                  <a:pt x="1349066" y="0"/>
                </a:cubicBezTo>
                <a:cubicBezTo>
                  <a:pt x="1366538" y="97087"/>
                  <a:pt x="1348519" y="281942"/>
                  <a:pt x="1349066" y="361637"/>
                </a:cubicBezTo>
                <a:cubicBezTo>
                  <a:pt x="1177994" y="357323"/>
                  <a:pt x="945356" y="392044"/>
                  <a:pt x="688024" y="361637"/>
                </a:cubicBezTo>
                <a:cubicBezTo>
                  <a:pt x="430692" y="331230"/>
                  <a:pt x="262140" y="348043"/>
                  <a:pt x="0" y="361637"/>
                </a:cubicBezTo>
                <a:cubicBezTo>
                  <a:pt x="8252" y="185485"/>
                  <a:pt x="1714" y="170020"/>
                  <a:pt x="0" y="0"/>
                </a:cubicBezTo>
                <a:close/>
              </a:path>
              <a:path w="1349066" h="361637" stroke="0" extrusionOk="0">
                <a:moveTo>
                  <a:pt x="0" y="0"/>
                </a:moveTo>
                <a:cubicBezTo>
                  <a:pt x="141058" y="-19683"/>
                  <a:pt x="435988" y="-10442"/>
                  <a:pt x="647552" y="0"/>
                </a:cubicBezTo>
                <a:cubicBezTo>
                  <a:pt x="859116" y="10442"/>
                  <a:pt x="1149969" y="8000"/>
                  <a:pt x="1349066" y="0"/>
                </a:cubicBezTo>
                <a:cubicBezTo>
                  <a:pt x="1360084" y="109602"/>
                  <a:pt x="1335241" y="241423"/>
                  <a:pt x="1349066" y="361637"/>
                </a:cubicBezTo>
                <a:cubicBezTo>
                  <a:pt x="1144194" y="380518"/>
                  <a:pt x="803933" y="344216"/>
                  <a:pt x="661042" y="361637"/>
                </a:cubicBezTo>
                <a:cubicBezTo>
                  <a:pt x="518151" y="379058"/>
                  <a:pt x="149710" y="377312"/>
                  <a:pt x="0" y="361637"/>
                </a:cubicBezTo>
                <a:cubicBezTo>
                  <a:pt x="-2245" y="270037"/>
                  <a:pt x="-5266" y="124125"/>
                  <a:pt x="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TIPO: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CAPEX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VALOR TOTAL: </a:t>
            </a:r>
            <a:r>
              <a:rPr kumimoji="0" lang="pt-BR" sz="70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R$450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K (BRL)</a:t>
            </a:r>
          </a:p>
        </p:txBody>
      </p:sp>
      <p:sp>
        <p:nvSpPr>
          <p:cNvPr id="7" name="CaixaDeTexto 21">
            <a:extLst>
              <a:ext uri="{FF2B5EF4-FFF2-40B4-BE49-F238E27FC236}">
                <a16:creationId xmlns:a16="http://schemas.microsoft.com/office/drawing/2014/main" id="{13D76326-DF14-A0A3-EE8D-C113D97D4959}"/>
              </a:ext>
            </a:extLst>
          </p:cNvPr>
          <p:cNvSpPr txBox="1"/>
          <p:nvPr/>
        </p:nvSpPr>
        <p:spPr>
          <a:xfrm>
            <a:off x="8417339" y="25522"/>
            <a:ext cx="700624" cy="176972"/>
          </a:xfrm>
          <a:custGeom>
            <a:avLst/>
            <a:gdLst>
              <a:gd name="csX0" fmla="*/ 0 w 700624"/>
              <a:gd name="csY0" fmla="*/ 0 h 176972"/>
              <a:gd name="csX1" fmla="*/ 336300 w 700624"/>
              <a:gd name="csY1" fmla="*/ 0 h 176972"/>
              <a:gd name="csX2" fmla="*/ 700624 w 700624"/>
              <a:gd name="csY2" fmla="*/ 0 h 176972"/>
              <a:gd name="csX3" fmla="*/ 700624 w 700624"/>
              <a:gd name="csY3" fmla="*/ 176972 h 176972"/>
              <a:gd name="csX4" fmla="*/ 343306 w 700624"/>
              <a:gd name="csY4" fmla="*/ 176972 h 176972"/>
              <a:gd name="csX5" fmla="*/ 0 w 700624"/>
              <a:gd name="csY5" fmla="*/ 176972 h 176972"/>
              <a:gd name="csX6" fmla="*/ 0 w 700624"/>
              <a:gd name="csY6" fmla="*/ 0 h 1769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00624" h="176972" extrusionOk="0">
                <a:moveTo>
                  <a:pt x="0" y="0"/>
                </a:moveTo>
                <a:cubicBezTo>
                  <a:pt x="121405" y="12920"/>
                  <a:pt x="255817" y="-5864"/>
                  <a:pt x="336300" y="0"/>
                </a:cubicBezTo>
                <a:cubicBezTo>
                  <a:pt x="416783" y="5864"/>
                  <a:pt x="612469" y="-7464"/>
                  <a:pt x="700624" y="0"/>
                </a:cubicBezTo>
                <a:cubicBezTo>
                  <a:pt x="695259" y="58070"/>
                  <a:pt x="704468" y="125215"/>
                  <a:pt x="700624" y="176972"/>
                </a:cubicBezTo>
                <a:cubicBezTo>
                  <a:pt x="599766" y="178477"/>
                  <a:pt x="457892" y="189318"/>
                  <a:pt x="343306" y="176972"/>
                </a:cubicBezTo>
                <a:cubicBezTo>
                  <a:pt x="228720" y="164626"/>
                  <a:pt x="149450" y="178588"/>
                  <a:pt x="0" y="176972"/>
                </a:cubicBezTo>
                <a:cubicBezTo>
                  <a:pt x="-325" y="113539"/>
                  <a:pt x="1008" y="79649"/>
                  <a:pt x="0" y="0"/>
                </a:cubicBezTo>
                <a:close/>
              </a:path>
            </a:pathLst>
          </a:custGeom>
          <a:noFill/>
          <a:ln>
            <a:noFill/>
            <a:extLst>
              <a:ext uri="{C807C97D-BFC1-408E-A445-0C87EB9F89A2}">
                <ask:lineSketchStyleProps xmlns:ask="http://schemas.microsoft.com/office/drawing/2018/sketchyshapes" sd="49740542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lIns="68580" tIns="34290" rIns="68580" bIns="3429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 err="1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Dolar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: 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R$ 5,49</a:t>
            </a:r>
          </a:p>
        </p:txBody>
      </p:sp>
      <p:sp>
        <p:nvSpPr>
          <p:cNvPr id="9" name="CaixaDeTexto 21">
            <a:extLst>
              <a:ext uri="{FF2B5EF4-FFF2-40B4-BE49-F238E27FC236}">
                <a16:creationId xmlns:a16="http://schemas.microsoft.com/office/drawing/2014/main" id="{AC5FD75F-1F00-94B3-55B5-22F2B4266B39}"/>
              </a:ext>
            </a:extLst>
          </p:cNvPr>
          <p:cNvSpPr txBox="1"/>
          <p:nvPr/>
        </p:nvSpPr>
        <p:spPr>
          <a:xfrm>
            <a:off x="49499" y="3392556"/>
            <a:ext cx="4979699" cy="1635861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OBJETIVO:</a:t>
            </a:r>
          </a:p>
          <a:p>
            <a:pPr lvl="0">
              <a:lnSpc>
                <a:spcPct val="200000"/>
              </a:lnSpc>
              <a:defRPr/>
            </a:pPr>
            <a:r>
              <a:rPr lang="pt-BR" sz="800" kern="1200">
                <a:solidFill>
                  <a:srgbClr val="003B49"/>
                </a:solidFill>
                <a:latin typeface="Open Sans"/>
                <a:ea typeface="Open Sans"/>
                <a:cs typeface="Arial"/>
              </a:rPr>
              <a:t>Reestruturar e automatizar a avaliação de </a:t>
            </a:r>
            <a:r>
              <a:rPr lang="pt-BR" sz="800" kern="1200" err="1">
                <a:solidFill>
                  <a:srgbClr val="003B49"/>
                </a:solidFill>
                <a:latin typeface="Open Sans"/>
                <a:ea typeface="Open Sans"/>
                <a:cs typeface="Arial"/>
              </a:rPr>
              <a:t>OCs</a:t>
            </a:r>
            <a:r>
              <a:rPr lang="pt-BR" sz="800" kern="1200">
                <a:solidFill>
                  <a:srgbClr val="003B49"/>
                </a:solidFill>
                <a:latin typeface="Open Sans"/>
                <a:ea typeface="Open Sans"/>
                <a:cs typeface="Arial"/>
              </a:rPr>
              <a:t>, visando aprimorar a forma como as manifestações são analisadas, classificadas e tratadas, garantindo respostas mais rápidas, precisas e alinhadas às causas reais dos problemas,  e reduzindo a reincidência de falhas. 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CaixaDeTexto 21">
            <a:extLst>
              <a:ext uri="{FF2B5EF4-FFF2-40B4-BE49-F238E27FC236}">
                <a16:creationId xmlns:a16="http://schemas.microsoft.com/office/drawing/2014/main" id="{83314D68-D5FA-14AD-B2B6-2A2193FF4C27}"/>
              </a:ext>
            </a:extLst>
          </p:cNvPr>
          <p:cNvSpPr txBox="1"/>
          <p:nvPr/>
        </p:nvSpPr>
        <p:spPr>
          <a:xfrm>
            <a:off x="5060388" y="1001988"/>
            <a:ext cx="4034112" cy="4026430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ESCOPO DO PROJETO:</a:t>
            </a:r>
          </a:p>
          <a:p>
            <a:r>
              <a:rPr lang="pt-BR" b="0"/>
              <a:t>Este projeto tem como objetivo revisar, padronizar e modernizar o processo de gestão de Ocorrências de Cliente, garantindo maior eficiência, rastreabilidade e integração com os sistemas corporativos existentes.</a:t>
            </a:r>
          </a:p>
          <a:p>
            <a:br>
              <a:rPr lang="pt-BR" b="0"/>
            </a:br>
            <a:r>
              <a:rPr lang="pt-BR" b="0"/>
              <a:t>A iniciativa busca eliminar gargalos, reduzir retrabalho e melhorar a experiência do cliente por meio de processos claros e tecnologia adequada.</a:t>
            </a:r>
          </a:p>
          <a:p>
            <a:r>
              <a:rPr lang="pt-BR" b="0"/>
              <a:t>Itens contemplados no escopo:</a:t>
            </a:r>
          </a:p>
          <a:p>
            <a:endParaRPr lang="pt-BR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/>
              <a:t>Mapeamento e análise do processo atual de registro e tratamento de ocorrências, identificando pontos críticos e oportunidades de melhoria.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/>
              <a:t>Definição do novo fluxo de gestão de </a:t>
            </a:r>
            <a:r>
              <a:rPr lang="pt-BR" b="0" err="1"/>
              <a:t>OC’s</a:t>
            </a:r>
            <a:r>
              <a:rPr lang="pt-BR" b="0"/>
              <a:t>, incluindo regras de negócio, etapas, responsáveis e prazos.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/>
              <a:t>Padronização das categorias e tipos de ocorrências, garantindo consistência nos registros e relatórios.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/>
              <a:t>Implementação ou ajuste da ferramenta de gestão (CRM, ERP ou sistema interno), com integração aos módulos necessários (ex.: vendas, atendimento, logística).</a:t>
            </a:r>
          </a:p>
        </p:txBody>
      </p:sp>
      <p:sp>
        <p:nvSpPr>
          <p:cNvPr id="3" name="CaixaDeTexto 21">
            <a:extLst>
              <a:ext uri="{FF2B5EF4-FFF2-40B4-BE49-F238E27FC236}">
                <a16:creationId xmlns:a16="http://schemas.microsoft.com/office/drawing/2014/main" id="{C764DC87-7631-A340-791A-7431311CF6C0}"/>
              </a:ext>
            </a:extLst>
          </p:cNvPr>
          <p:cNvSpPr txBox="1"/>
          <p:nvPr/>
        </p:nvSpPr>
        <p:spPr>
          <a:xfrm>
            <a:off x="49500" y="1000538"/>
            <a:ext cx="4979698" cy="1047639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>
              <a:defRPr lang="pt-BR"/>
            </a:defPPr>
            <a:lvl1pPr algn="just">
              <a:defRPr sz="1100" b="0">
                <a:solidFill>
                  <a:schemeClr val="dk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lvl="0">
              <a:lnSpc>
                <a:spcPct val="150000"/>
              </a:lnSpc>
              <a:defRPr/>
            </a:pPr>
            <a:r>
              <a:rPr kumimoji="0" lang="pt-BR" sz="800" b="1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Descrição do projeto:</a:t>
            </a:r>
            <a:r>
              <a:rPr lang="pt-BR" sz="800" b="1" dirty="0">
                <a:solidFill>
                  <a:srgbClr val="003B49"/>
                </a:solidFill>
                <a:latin typeface="Arial"/>
              </a:rPr>
              <a:t> </a:t>
            </a:r>
            <a:r>
              <a:rPr lang="pt-BR" sz="800" dirty="0"/>
              <a:t>Reestruturação do Processo de Ocorrências de Cliente (</a:t>
            </a:r>
            <a:r>
              <a:rPr lang="pt-BR" sz="800" dirty="0" err="1"/>
              <a:t>OC’s</a:t>
            </a:r>
            <a:r>
              <a:rPr lang="pt-BR" sz="800" dirty="0"/>
              <a:t>)</a:t>
            </a: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>
              <a:lnSpc>
                <a:spcPct val="150000"/>
              </a:lnSpc>
            </a:pPr>
            <a:r>
              <a:rPr lang="pt-BR" sz="800" dirty="0"/>
              <a:t>Data de inicio: Out/2025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i="0" u="none" strike="noStrike" kern="0" cap="none" spc="0" normalizeH="0" baseline="0" noProof="0" dirty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Data do fim: Mar/2026</a:t>
            </a:r>
          </a:p>
          <a:p>
            <a:pPr>
              <a:lnSpc>
                <a:spcPct val="150000"/>
              </a:lnSpc>
              <a:defRPr/>
            </a:pPr>
            <a:r>
              <a:rPr lang="pt-BR" sz="800" dirty="0">
                <a:solidFill>
                  <a:srgbClr val="003B49"/>
                </a:solidFill>
              </a:rPr>
              <a:t>Centro de custo: </a:t>
            </a:r>
            <a:r>
              <a:rPr lang="pt-BR" sz="800" dirty="0"/>
              <a:t>BACOI-GP51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i="0" u="none" strike="noStrike" kern="0" cap="none" spc="0" normalizeH="0" baseline="0" noProof="0" dirty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282DECF4-666F-2E8D-E024-9213F88510C1}"/>
              </a:ext>
            </a:extLst>
          </p:cNvPr>
          <p:cNvSpPr txBox="1"/>
          <p:nvPr/>
        </p:nvSpPr>
        <p:spPr>
          <a:xfrm>
            <a:off x="49499" y="2093843"/>
            <a:ext cx="4979698" cy="1258956"/>
          </a:xfrm>
          <a:prstGeom prst="rect">
            <a:avLst/>
          </a:prstGeom>
          <a:ln w="3175">
            <a:solidFill>
              <a:schemeClr val="bg2">
                <a:lumMod val="20000"/>
                <a:lumOff val="80000"/>
              </a:schemeClr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just">
              <a:lnSpc>
                <a:spcPct val="150000"/>
              </a:lnSpc>
              <a:defRPr sz="800" b="1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INVESTIMENTO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Corporativo (Diretoria de TI) = R$450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b="0">
                <a:solidFill>
                  <a:srgbClr val="003B49"/>
                </a:solidFill>
                <a:latin typeface="Arial"/>
              </a:rPr>
              <a:t>Ganhos tangíveis:</a:t>
            </a:r>
          </a:p>
          <a:p>
            <a:pPr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003B49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  <a:sym typeface="Arial"/>
              </a:rPr>
              <a:t>Ganhos intangíveis: Este projeto é base para todos os projetos de </a:t>
            </a:r>
            <a:r>
              <a:rPr lang="pt-BR" b="0">
                <a:solidFill>
                  <a:srgbClr val="003B49"/>
                </a:solidFill>
                <a:latin typeface="Arial"/>
              </a:rPr>
              <a:t>melhoria e projetos de estudos de reincidências de qualidade de produto nascerem e a verdadeira fase de </a:t>
            </a:r>
            <a:r>
              <a:rPr lang="pt-BR"/>
              <a:t>Da complexidade à clareza. Da reação à prevenção nascer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800" b="1" i="0" u="none" strike="noStrike" kern="0" cap="none" spc="0" normalizeH="0" baseline="0" noProof="0">
              <a:ln>
                <a:noFill/>
              </a:ln>
              <a:solidFill>
                <a:srgbClr val="003B49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2902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3_Simple Light">
  <a:themeElements>
    <a:clrScheme name="Custom 2">
      <a:dk1>
        <a:srgbClr val="003B49"/>
      </a:dk1>
      <a:lt1>
        <a:srgbClr val="FFFFFF"/>
      </a:lt1>
      <a:dk2>
        <a:srgbClr val="ED1C24"/>
      </a:dk2>
      <a:lt2>
        <a:srgbClr val="EEEEEE"/>
      </a:lt2>
      <a:accent1>
        <a:srgbClr val="FFAB40"/>
      </a:accent1>
      <a:accent2>
        <a:srgbClr val="00B5F1"/>
      </a:accent2>
      <a:accent3>
        <a:srgbClr val="00A799"/>
      </a:accent3>
      <a:accent4>
        <a:srgbClr val="634976"/>
      </a:accent4>
      <a:accent5>
        <a:srgbClr val="636466"/>
      </a:accent5>
      <a:accent6>
        <a:srgbClr val="D3CAB7"/>
      </a:accent6>
      <a:hlink>
        <a:srgbClr val="FF2600"/>
      </a:hlink>
      <a:folHlink>
        <a:srgbClr val="FF7D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8_Simple Light">
  <a:themeElements>
    <a:clrScheme name="Custom 2">
      <a:dk1>
        <a:srgbClr val="003B49"/>
      </a:dk1>
      <a:lt1>
        <a:srgbClr val="FFFFFF"/>
      </a:lt1>
      <a:dk2>
        <a:srgbClr val="ED1C24"/>
      </a:dk2>
      <a:lt2>
        <a:srgbClr val="EEEEEE"/>
      </a:lt2>
      <a:accent1>
        <a:srgbClr val="FFAB40"/>
      </a:accent1>
      <a:accent2>
        <a:srgbClr val="00B5F1"/>
      </a:accent2>
      <a:accent3>
        <a:srgbClr val="00A799"/>
      </a:accent3>
      <a:accent4>
        <a:srgbClr val="634976"/>
      </a:accent4>
      <a:accent5>
        <a:srgbClr val="636466"/>
      </a:accent5>
      <a:accent6>
        <a:srgbClr val="D3CAB7"/>
      </a:accent6>
      <a:hlink>
        <a:srgbClr val="FF2600"/>
      </a:hlink>
      <a:folHlink>
        <a:srgbClr val="FF7D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20000"/>
            <a:lumOff val="80000"/>
          </a:schemeClr>
        </a:solidFill>
        <a:ln>
          <a:noFill/>
        </a:ln>
      </a:spPr>
      <a:bodyPr rtlCol="0" anchor="t"/>
      <a:lstStyle>
        <a:defPPr algn="ctr">
          <a:defRPr sz="700" b="1" dirty="0" smtClean="0">
            <a:solidFill>
              <a:srgbClr val="002060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8CCBCAB243824A8E7B12D69FF2F9CF" ma:contentTypeVersion="4" ma:contentTypeDescription="Create a new document." ma:contentTypeScope="" ma:versionID="e95edb3ae8ddc25c3538f51f10abdee6">
  <xsd:schema xmlns:xsd="http://www.w3.org/2001/XMLSchema" xmlns:xs="http://www.w3.org/2001/XMLSchema" xmlns:p="http://schemas.microsoft.com/office/2006/metadata/properties" xmlns:ns2="7aa107ef-39d2-4335-8276-99012191ace6" targetNamespace="http://schemas.microsoft.com/office/2006/metadata/properties" ma:root="true" ma:fieldsID="355c6806359b46b8ce90972c1397849e" ns2:_="">
    <xsd:import namespace="7aa107ef-39d2-4335-8276-99012191ac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a107ef-39d2-4335-8276-99012191ac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C2F20C-C09C-46AC-976F-21D623CD87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033F7B-6D1A-404D-88E5-F313C2829113}">
  <ds:schemaRefs>
    <ds:schemaRef ds:uri="7aa107ef-39d2-4335-8276-99012191ace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6D0FB01-8186-4995-ADAE-D21E508A76CF}">
  <ds:schemaRefs>
    <ds:schemaRef ds:uri="7aa107ef-39d2-4335-8276-99012191ace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37cd273a-1cec-4aae-a297-41480ea54f8d}" enabled="0" method="" siteId="{37cd273a-1cec-4aae-a297-41480ea54f8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2499</Words>
  <Application>Microsoft Office PowerPoint</Application>
  <PresentationFormat>Apresentação na tela (16:9)</PresentationFormat>
  <Paragraphs>178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6" baseType="lpstr">
      <vt:lpstr>Calibri</vt:lpstr>
      <vt:lpstr>Segoe UI</vt:lpstr>
      <vt:lpstr>Arial</vt:lpstr>
      <vt:lpstr>Aptos</vt:lpstr>
      <vt:lpstr>Open Sans</vt:lpstr>
      <vt:lpstr>VAG Rounded Std Thin</vt:lpstr>
      <vt:lpstr>13_Simple Light</vt:lpstr>
      <vt:lpstr>8_Simple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Claudia Marcia Temoteo - Belgo Bekaert Arames</dc:creator>
  <cp:lastModifiedBy>Pereira, Leandro Da Cruz</cp:lastModifiedBy>
  <cp:revision>3</cp:revision>
  <cp:lastPrinted>2024-11-26T16:50:14Z</cp:lastPrinted>
  <dcterms:modified xsi:type="dcterms:W3CDTF">2026-01-15T12:35:45Z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0x0101009D8CCBCAB243824A8E7B12D69FF2F9CF</vt:lpwstr>
  </property>
  <property fmtid="{D5CDD505-2E9C-101B-9397-08002B2CF9AE}" pid="3" name="MediaServiceImageTags">
    <vt:lpwstr/>
  </property>
</Properties>
</file>